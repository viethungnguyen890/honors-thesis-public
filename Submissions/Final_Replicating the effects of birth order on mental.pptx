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49_1C8A84EA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modernComment_160_2DE46D8D.xml" ContentType="application/vnd.ms-powerpoint.comment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6"/>
  </p:notesMasterIdLst>
  <p:handoutMasterIdLst>
    <p:handoutMasterId r:id="rId57"/>
  </p:handoutMasterIdLst>
  <p:sldIdLst>
    <p:sldId id="322" r:id="rId5"/>
    <p:sldId id="358" r:id="rId6"/>
    <p:sldId id="326" r:id="rId7"/>
    <p:sldId id="327" r:id="rId8"/>
    <p:sldId id="330" r:id="rId9"/>
    <p:sldId id="329" r:id="rId10"/>
    <p:sldId id="331" r:id="rId11"/>
    <p:sldId id="359" r:id="rId12"/>
    <p:sldId id="334" r:id="rId13"/>
    <p:sldId id="342" r:id="rId14"/>
    <p:sldId id="336" r:id="rId15"/>
    <p:sldId id="344" r:id="rId16"/>
    <p:sldId id="343" r:id="rId17"/>
    <p:sldId id="349" r:id="rId18"/>
    <p:sldId id="347" r:id="rId19"/>
    <p:sldId id="350" r:id="rId20"/>
    <p:sldId id="362" r:id="rId21"/>
    <p:sldId id="351" r:id="rId22"/>
    <p:sldId id="361" r:id="rId23"/>
    <p:sldId id="360" r:id="rId24"/>
    <p:sldId id="352" r:id="rId25"/>
    <p:sldId id="357" r:id="rId26"/>
    <p:sldId id="364" r:id="rId27"/>
    <p:sldId id="363" r:id="rId28"/>
    <p:sldId id="365" r:id="rId29"/>
    <p:sldId id="355" r:id="rId30"/>
    <p:sldId id="366" r:id="rId31"/>
    <p:sldId id="341" r:id="rId32"/>
    <p:sldId id="345" r:id="rId33"/>
    <p:sldId id="323" r:id="rId34"/>
    <p:sldId id="324" r:id="rId35"/>
    <p:sldId id="325" r:id="rId36"/>
    <p:sldId id="332" r:id="rId37"/>
    <p:sldId id="333" r:id="rId38"/>
    <p:sldId id="335" r:id="rId39"/>
    <p:sldId id="339" r:id="rId40"/>
    <p:sldId id="348" r:id="rId41"/>
    <p:sldId id="340" r:id="rId42"/>
    <p:sldId id="328" r:id="rId43"/>
    <p:sldId id="321" r:id="rId44"/>
    <p:sldId id="320" r:id="rId45"/>
    <p:sldId id="319" r:id="rId46"/>
    <p:sldId id="318" r:id="rId47"/>
    <p:sldId id="317" r:id="rId48"/>
    <p:sldId id="316" r:id="rId49"/>
    <p:sldId id="315" r:id="rId50"/>
    <p:sldId id="314" r:id="rId51"/>
    <p:sldId id="313" r:id="rId52"/>
    <p:sldId id="312" r:id="rId53"/>
    <p:sldId id="311" r:id="rId54"/>
    <p:sldId id="310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85EF3974-7364-B370-71F2-C69282485BBC}" name="Viet-Hung Nguyen" initials="VN" userId="S::vnguyen36@dons.usfca.edu::88ab1737-f544-455f-9872-7aa9eb73f0b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9A8566-4E49-4667-9FC5-ECD98156A717}" v="358" dt="2024-11-21T17:51:30.954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4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64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et-Hung Nguyen" userId="88ab1737-f544-455f-9872-7aa9eb73f0ba" providerId="ADAL" clId="{1F495B52-284A-448A-A147-9D0BC852BD23}"/>
    <pc:docChg chg="undo custSel addSld modSld sldOrd">
      <pc:chgData name="Viet-Hung Nguyen" userId="88ab1737-f544-455f-9872-7aa9eb73f0ba" providerId="ADAL" clId="{1F495B52-284A-448A-A147-9D0BC852BD23}" dt="2024-11-21T01:08:06.186" v="5246" actId="20577"/>
      <pc:docMkLst>
        <pc:docMk/>
      </pc:docMkLst>
      <pc:sldChg chg="modNotesTx">
        <pc:chgData name="Viet-Hung Nguyen" userId="88ab1737-f544-455f-9872-7aa9eb73f0ba" providerId="ADAL" clId="{1F495B52-284A-448A-A147-9D0BC852BD23}" dt="2024-11-20T18:46:15.738" v="3880" actId="20577"/>
        <pc:sldMkLst>
          <pc:docMk/>
          <pc:sldMk cId="3688467874" sldId="331"/>
        </pc:sldMkLst>
      </pc:sldChg>
      <pc:sldChg chg="modSp">
        <pc:chgData name="Viet-Hung Nguyen" userId="88ab1737-f544-455f-9872-7aa9eb73f0ba" providerId="ADAL" clId="{1F495B52-284A-448A-A147-9D0BC852BD23}" dt="2024-11-18T19:07:07.535" v="2435" actId="20577"/>
        <pc:sldMkLst>
          <pc:docMk/>
          <pc:sldMk cId="985893637" sldId="336"/>
        </pc:sldMkLst>
        <pc:spChg chg="mod">
          <ac:chgData name="Viet-Hung Nguyen" userId="88ab1737-f544-455f-9872-7aa9eb73f0ba" providerId="ADAL" clId="{1F495B52-284A-448A-A147-9D0BC852BD23}" dt="2024-11-18T19:07:07.535" v="2435" actId="20577"/>
          <ac:spMkLst>
            <pc:docMk/>
            <pc:sldMk cId="985893637" sldId="336"/>
            <ac:spMk id="3" creationId="{0F27AC5C-B1C0-BB73-294B-E2A388F08B9F}"/>
          </ac:spMkLst>
        </pc:spChg>
      </pc:sldChg>
      <pc:sldChg chg="addSp delSp modSp mod delAnim modNotesTx">
        <pc:chgData name="Viet-Hung Nguyen" userId="88ab1737-f544-455f-9872-7aa9eb73f0ba" providerId="ADAL" clId="{1F495B52-284A-448A-A147-9D0BC852BD23}" dt="2024-11-18T19:40:04.375" v="2875" actId="1076"/>
        <pc:sldMkLst>
          <pc:docMk/>
          <pc:sldMk cId="3827808073" sldId="338"/>
        </pc:sldMkLst>
        <pc:spChg chg="add del mod">
          <ac:chgData name="Viet-Hung Nguyen" userId="88ab1737-f544-455f-9872-7aa9eb73f0ba" providerId="ADAL" clId="{1F495B52-284A-448A-A147-9D0BC852BD23}" dt="2024-11-18T19:39:26.560" v="2836" actId="478"/>
          <ac:spMkLst>
            <pc:docMk/>
            <pc:sldMk cId="3827808073" sldId="338"/>
            <ac:spMk id="3" creationId="{70C4EAAC-09BB-4327-4885-2D5AB8FEC39E}"/>
          </ac:spMkLst>
        </pc:spChg>
        <pc:spChg chg="add del mod">
          <ac:chgData name="Viet-Hung Nguyen" userId="88ab1737-f544-455f-9872-7aa9eb73f0ba" providerId="ADAL" clId="{1F495B52-284A-448A-A147-9D0BC852BD23}" dt="2024-11-18T19:39:22.940" v="2835" actId="478"/>
          <ac:spMkLst>
            <pc:docMk/>
            <pc:sldMk cId="3827808073" sldId="338"/>
            <ac:spMk id="6" creationId="{06874256-B8B6-63BF-4E40-D0CB0E3D4225}"/>
          </ac:spMkLst>
        </pc:spChg>
        <pc:spChg chg="del mod">
          <ac:chgData name="Viet-Hung Nguyen" userId="88ab1737-f544-455f-9872-7aa9eb73f0ba" providerId="ADAL" clId="{1F495B52-284A-448A-A147-9D0BC852BD23}" dt="2024-11-18T19:38:37.070" v="2810" actId="478"/>
          <ac:spMkLst>
            <pc:docMk/>
            <pc:sldMk cId="3827808073" sldId="338"/>
            <ac:spMk id="9" creationId="{EC583BC9-B6B7-F9BC-810B-11C746A9610D}"/>
          </ac:spMkLst>
        </pc:spChg>
        <pc:spChg chg="del mod">
          <ac:chgData name="Viet-Hung Nguyen" userId="88ab1737-f544-455f-9872-7aa9eb73f0ba" providerId="ADAL" clId="{1F495B52-284A-448A-A147-9D0BC852BD23}" dt="2024-11-18T19:38:41.274" v="2811" actId="478"/>
          <ac:spMkLst>
            <pc:docMk/>
            <pc:sldMk cId="3827808073" sldId="338"/>
            <ac:spMk id="10" creationId="{45F76268-CBAB-0EF3-7160-D38A57A3F163}"/>
          </ac:spMkLst>
        </pc:spChg>
        <pc:spChg chg="mod">
          <ac:chgData name="Viet-Hung Nguyen" userId="88ab1737-f544-455f-9872-7aa9eb73f0ba" providerId="ADAL" clId="{1F495B52-284A-448A-A147-9D0BC852BD23}" dt="2024-11-18T19:40:04.375" v="2875" actId="1076"/>
          <ac:spMkLst>
            <pc:docMk/>
            <pc:sldMk cId="3827808073" sldId="338"/>
            <ac:spMk id="11" creationId="{117D1F0F-09F0-435F-F75A-8A0A8D36424C}"/>
          </ac:spMkLst>
        </pc:spChg>
        <pc:spChg chg="mod">
          <ac:chgData name="Viet-Hung Nguyen" userId="88ab1737-f544-455f-9872-7aa9eb73f0ba" providerId="ADAL" clId="{1F495B52-284A-448A-A147-9D0BC852BD23}" dt="2024-11-18T19:40:04.375" v="2875" actId="1076"/>
          <ac:spMkLst>
            <pc:docMk/>
            <pc:sldMk cId="3827808073" sldId="338"/>
            <ac:spMk id="12" creationId="{B8463A46-C564-9553-C760-46315A29B876}"/>
          </ac:spMkLst>
        </pc:spChg>
        <pc:spChg chg="mod">
          <ac:chgData name="Viet-Hung Nguyen" userId="88ab1737-f544-455f-9872-7aa9eb73f0ba" providerId="ADAL" clId="{1F495B52-284A-448A-A147-9D0BC852BD23}" dt="2024-11-18T19:40:04.375" v="2875" actId="1076"/>
          <ac:spMkLst>
            <pc:docMk/>
            <pc:sldMk cId="3827808073" sldId="338"/>
            <ac:spMk id="13" creationId="{1DC47B55-7F0F-2A26-6E77-C9335374B65C}"/>
          </ac:spMkLst>
        </pc:spChg>
        <pc:spChg chg="mod">
          <ac:chgData name="Viet-Hung Nguyen" userId="88ab1737-f544-455f-9872-7aa9eb73f0ba" providerId="ADAL" clId="{1F495B52-284A-448A-A147-9D0BC852BD23}" dt="2024-11-18T19:40:04.375" v="2875" actId="1076"/>
          <ac:spMkLst>
            <pc:docMk/>
            <pc:sldMk cId="3827808073" sldId="338"/>
            <ac:spMk id="14" creationId="{E8A1CD11-8023-EF85-3084-D2A46842EE65}"/>
          </ac:spMkLst>
        </pc:spChg>
        <pc:cxnChg chg="mod">
          <ac:chgData name="Viet-Hung Nguyen" userId="88ab1737-f544-455f-9872-7aa9eb73f0ba" providerId="ADAL" clId="{1F495B52-284A-448A-A147-9D0BC852BD23}" dt="2024-11-18T19:40:04.375" v="2875" actId="1076"/>
          <ac:cxnSpMkLst>
            <pc:docMk/>
            <pc:sldMk cId="3827808073" sldId="338"/>
            <ac:cxnSpMk id="16" creationId="{75644A1D-CC68-29F7-44E1-D489FE6D017B}"/>
          </ac:cxnSpMkLst>
        </pc:cxnChg>
        <pc:cxnChg chg="mod">
          <ac:chgData name="Viet-Hung Nguyen" userId="88ab1737-f544-455f-9872-7aa9eb73f0ba" providerId="ADAL" clId="{1F495B52-284A-448A-A147-9D0BC852BD23}" dt="2024-11-18T19:40:04.375" v="2875" actId="1076"/>
          <ac:cxnSpMkLst>
            <pc:docMk/>
            <pc:sldMk cId="3827808073" sldId="338"/>
            <ac:cxnSpMk id="26" creationId="{EB6D3284-A5F1-7A69-81E7-3A82625A6670}"/>
          </ac:cxnSpMkLst>
        </pc:cxnChg>
        <pc:cxnChg chg="mod">
          <ac:chgData name="Viet-Hung Nguyen" userId="88ab1737-f544-455f-9872-7aa9eb73f0ba" providerId="ADAL" clId="{1F495B52-284A-448A-A147-9D0BC852BD23}" dt="2024-11-18T19:40:04.375" v="2875" actId="1076"/>
          <ac:cxnSpMkLst>
            <pc:docMk/>
            <pc:sldMk cId="3827808073" sldId="338"/>
            <ac:cxnSpMk id="30" creationId="{F844E8DC-9E9C-FDCD-E4EC-CDD5E346E1CE}"/>
          </ac:cxnSpMkLst>
        </pc:cxnChg>
      </pc:sldChg>
      <pc:sldChg chg="modSp mod modAnim">
        <pc:chgData name="Viet-Hung Nguyen" userId="88ab1737-f544-455f-9872-7aa9eb73f0ba" providerId="ADAL" clId="{1F495B52-284A-448A-A147-9D0BC852BD23}" dt="2024-11-21T00:30:00.467" v="4983"/>
        <pc:sldMkLst>
          <pc:docMk/>
          <pc:sldMk cId="633113159" sldId="341"/>
        </pc:sldMkLst>
        <pc:spChg chg="mod">
          <ac:chgData name="Viet-Hung Nguyen" userId="88ab1737-f544-455f-9872-7aa9eb73f0ba" providerId="ADAL" clId="{1F495B52-284A-448A-A147-9D0BC852BD23}" dt="2024-11-18T01:04:44.120" v="292" actId="14100"/>
          <ac:spMkLst>
            <pc:docMk/>
            <pc:sldMk cId="633113159" sldId="341"/>
            <ac:spMk id="2" creationId="{F77C55AB-2CA4-02EA-F338-32B77088C8C2}"/>
          </ac:spMkLst>
        </pc:spChg>
        <pc:spChg chg="mod">
          <ac:chgData name="Viet-Hung Nguyen" userId="88ab1737-f544-455f-9872-7aa9eb73f0ba" providerId="ADAL" clId="{1F495B52-284A-448A-A147-9D0BC852BD23}" dt="2024-11-19T21:28:56.054" v="3578" actId="27636"/>
          <ac:spMkLst>
            <pc:docMk/>
            <pc:sldMk cId="633113159" sldId="341"/>
            <ac:spMk id="3" creationId="{77635059-9B84-036D-FA96-AA5D125359E5}"/>
          </ac:spMkLst>
        </pc:spChg>
      </pc:sldChg>
      <pc:sldChg chg="modSp mod modNotesTx">
        <pc:chgData name="Viet-Hung Nguyen" userId="88ab1737-f544-455f-9872-7aa9eb73f0ba" providerId="ADAL" clId="{1F495B52-284A-448A-A147-9D0BC852BD23}" dt="2024-11-19T21:33:10.565" v="3592" actId="20577"/>
        <pc:sldMkLst>
          <pc:docMk/>
          <pc:sldMk cId="3247180346" sldId="342"/>
        </pc:sldMkLst>
        <pc:spChg chg="mod">
          <ac:chgData name="Viet-Hung Nguyen" userId="88ab1737-f544-455f-9872-7aa9eb73f0ba" providerId="ADAL" clId="{1F495B52-284A-448A-A147-9D0BC852BD23}" dt="2024-11-18T19:06:47.424" v="2434" actId="5793"/>
          <ac:spMkLst>
            <pc:docMk/>
            <pc:sldMk cId="3247180346" sldId="342"/>
            <ac:spMk id="10" creationId="{50EAD2AD-B8EC-94DC-CBFA-09AD782962A4}"/>
          </ac:spMkLst>
        </pc:spChg>
      </pc:sldChg>
      <pc:sldChg chg="modSp">
        <pc:chgData name="Viet-Hung Nguyen" userId="88ab1737-f544-455f-9872-7aa9eb73f0ba" providerId="ADAL" clId="{1F495B52-284A-448A-A147-9D0BC852BD23}" dt="2024-11-20T00:16:00.943" v="3859" actId="20577"/>
        <pc:sldMkLst>
          <pc:docMk/>
          <pc:sldMk cId="747504353" sldId="344"/>
        </pc:sldMkLst>
        <pc:spChg chg="mod">
          <ac:chgData name="Viet-Hung Nguyen" userId="88ab1737-f544-455f-9872-7aa9eb73f0ba" providerId="ADAL" clId="{1F495B52-284A-448A-A147-9D0BC852BD23}" dt="2024-11-20T00:16:00.943" v="3859" actId="20577"/>
          <ac:spMkLst>
            <pc:docMk/>
            <pc:sldMk cId="747504353" sldId="344"/>
            <ac:spMk id="14" creationId="{1D3332B5-7380-9096-313B-B7FD3E2478C3}"/>
          </ac:spMkLst>
        </pc:spChg>
      </pc:sldChg>
      <pc:sldChg chg="modNotesTx">
        <pc:chgData name="Viet-Hung Nguyen" userId="88ab1737-f544-455f-9872-7aa9eb73f0ba" providerId="ADAL" clId="{1F495B52-284A-448A-A147-9D0BC852BD23}" dt="2024-11-18T19:00:33.262" v="2340" actId="20577"/>
        <pc:sldMkLst>
          <pc:docMk/>
          <pc:sldMk cId="1751645218" sldId="347"/>
        </pc:sldMkLst>
      </pc:sldChg>
      <pc:sldChg chg="ord">
        <pc:chgData name="Viet-Hung Nguyen" userId="88ab1737-f544-455f-9872-7aa9eb73f0ba" providerId="ADAL" clId="{1F495B52-284A-448A-A147-9D0BC852BD23}" dt="2024-11-18T18:44:09.511" v="1782"/>
        <pc:sldMkLst>
          <pc:docMk/>
          <pc:sldMk cId="3707599011" sldId="348"/>
        </pc:sldMkLst>
      </pc:sldChg>
      <pc:sldChg chg="modSp mod modAnim modNotesTx">
        <pc:chgData name="Viet-Hung Nguyen" userId="88ab1737-f544-455f-9872-7aa9eb73f0ba" providerId="ADAL" clId="{1F495B52-284A-448A-A147-9D0BC852BD23}" dt="2024-11-18T19:00:23.582" v="2337" actId="20577"/>
        <pc:sldMkLst>
          <pc:docMk/>
          <pc:sldMk cId="4007190084" sldId="349"/>
        </pc:sldMkLst>
        <pc:picChg chg="mod">
          <ac:chgData name="Viet-Hung Nguyen" userId="88ab1737-f544-455f-9872-7aa9eb73f0ba" providerId="ADAL" clId="{1F495B52-284A-448A-A147-9D0BC852BD23}" dt="2024-11-18T18:56:49.573" v="2171" actId="1076"/>
          <ac:picMkLst>
            <pc:docMk/>
            <pc:sldMk cId="4007190084" sldId="349"/>
            <ac:picMk id="11" creationId="{F64B9626-CF86-27BB-8096-33E8770C9F86}"/>
          </ac:picMkLst>
        </pc:picChg>
        <pc:picChg chg="mod">
          <ac:chgData name="Viet-Hung Nguyen" userId="88ab1737-f544-455f-9872-7aa9eb73f0ba" providerId="ADAL" clId="{1F495B52-284A-448A-A147-9D0BC852BD23}" dt="2024-11-18T18:56:34.806" v="2120" actId="1035"/>
          <ac:picMkLst>
            <pc:docMk/>
            <pc:sldMk cId="4007190084" sldId="349"/>
            <ac:picMk id="12" creationId="{CD07362E-5071-9B14-9589-F95A2ECE5A50}"/>
          </ac:picMkLst>
        </pc:picChg>
        <pc:picChg chg="mod">
          <ac:chgData name="Viet-Hung Nguyen" userId="88ab1737-f544-455f-9872-7aa9eb73f0ba" providerId="ADAL" clId="{1F495B52-284A-448A-A147-9D0BC852BD23}" dt="2024-11-18T18:56:34.806" v="2120" actId="1035"/>
          <ac:picMkLst>
            <pc:docMk/>
            <pc:sldMk cId="4007190084" sldId="349"/>
            <ac:picMk id="17" creationId="{79CB70D5-6A34-04C4-25DD-84A078DF3357}"/>
          </ac:picMkLst>
        </pc:picChg>
      </pc:sldChg>
      <pc:sldChg chg="addSp delSp modSp mod ord modClrScheme delAnim modAnim chgLayout modNotesTx">
        <pc:chgData name="Viet-Hung Nguyen" userId="88ab1737-f544-455f-9872-7aa9eb73f0ba" providerId="ADAL" clId="{1F495B52-284A-448A-A147-9D0BC852BD23}" dt="2024-11-18T19:42:48.094" v="2877" actId="1076"/>
        <pc:sldMkLst>
          <pc:docMk/>
          <pc:sldMk cId="1887978364" sldId="350"/>
        </pc:sldMkLst>
        <pc:spChg chg="del mod ord">
          <ac:chgData name="Viet-Hung Nguyen" userId="88ab1737-f544-455f-9872-7aa9eb73f0ba" providerId="ADAL" clId="{1F495B52-284A-448A-A147-9D0BC852BD23}" dt="2024-11-18T19:04:03.162" v="2366" actId="478"/>
          <ac:spMkLst>
            <pc:docMk/>
            <pc:sldMk cId="1887978364" sldId="350"/>
            <ac:spMk id="2" creationId="{D9792D6B-FC2D-BF2A-EFC0-FA1DDC614C9A}"/>
          </ac:spMkLst>
        </pc:spChg>
        <pc:spChg chg="del">
          <ac:chgData name="Viet-Hung Nguyen" userId="88ab1737-f544-455f-9872-7aa9eb73f0ba" providerId="ADAL" clId="{1F495B52-284A-448A-A147-9D0BC852BD23}" dt="2024-11-18T17:52:14.546" v="341"/>
          <ac:spMkLst>
            <pc:docMk/>
            <pc:sldMk cId="1887978364" sldId="350"/>
            <ac:spMk id="3" creationId="{25B5BA46-925C-CE30-D046-D1B8FCF8CA68}"/>
          </ac:spMkLst>
        </pc:spChg>
        <pc:spChg chg="mod ord modVis">
          <ac:chgData name="Viet-Hung Nguyen" userId="88ab1737-f544-455f-9872-7aa9eb73f0ba" providerId="ADAL" clId="{1F495B52-284A-448A-A147-9D0BC852BD23}" dt="2024-11-18T18:26:52.200" v="1500" actId="700"/>
          <ac:spMkLst>
            <pc:docMk/>
            <pc:sldMk cId="1887978364" sldId="350"/>
            <ac:spMk id="4" creationId="{54B32BE7-9C6C-2FE7-7B73-D6845047DCFC}"/>
          </ac:spMkLst>
        </pc:spChg>
        <pc:spChg chg="add del mod">
          <ac:chgData name="Viet-Hung Nguyen" userId="88ab1737-f544-455f-9872-7aa9eb73f0ba" providerId="ADAL" clId="{1F495B52-284A-448A-A147-9D0BC852BD23}" dt="2024-11-18T17:53:04.446" v="344"/>
          <ac:spMkLst>
            <pc:docMk/>
            <pc:sldMk cId="1887978364" sldId="350"/>
            <ac:spMk id="7" creationId="{0D849F28-D3B2-8CEB-B24C-7638DEAF7CAB}"/>
          </ac:spMkLst>
        </pc:spChg>
        <pc:spChg chg="add del mod">
          <ac:chgData name="Viet-Hung Nguyen" userId="88ab1737-f544-455f-9872-7aa9eb73f0ba" providerId="ADAL" clId="{1F495B52-284A-448A-A147-9D0BC852BD23}" dt="2024-11-18T18:14:45.082" v="794"/>
          <ac:spMkLst>
            <pc:docMk/>
            <pc:sldMk cId="1887978364" sldId="350"/>
            <ac:spMk id="10" creationId="{7085845C-598E-7A76-CE4D-8BDF5352BD37}"/>
          </ac:spMkLst>
        </pc:spChg>
        <pc:spChg chg="add">
          <ac:chgData name="Viet-Hung Nguyen" userId="88ab1737-f544-455f-9872-7aa9eb73f0ba" providerId="ADAL" clId="{1F495B52-284A-448A-A147-9D0BC852BD23}" dt="2024-11-18T18:14:00.225" v="790"/>
          <ac:spMkLst>
            <pc:docMk/>
            <pc:sldMk cId="1887978364" sldId="350"/>
            <ac:spMk id="11" creationId="{3E5B78B3-25D4-CD18-F411-E5F737278B0A}"/>
          </ac:spMkLst>
        </pc:spChg>
        <pc:spChg chg="add mod">
          <ac:chgData name="Viet-Hung Nguyen" userId="88ab1737-f544-455f-9872-7aa9eb73f0ba" providerId="ADAL" clId="{1F495B52-284A-448A-A147-9D0BC852BD23}" dt="2024-11-18T18:14:28.203" v="793" actId="20577"/>
          <ac:spMkLst>
            <pc:docMk/>
            <pc:sldMk cId="1887978364" sldId="350"/>
            <ac:spMk id="12" creationId="{99DBD67A-0159-1FF0-B077-C8A835D4C00D}"/>
          </ac:spMkLst>
        </pc:spChg>
        <pc:spChg chg="add mod">
          <ac:chgData name="Viet-Hung Nguyen" userId="88ab1737-f544-455f-9872-7aa9eb73f0ba" providerId="ADAL" clId="{1F495B52-284A-448A-A147-9D0BC852BD23}" dt="2024-11-18T18:27:27.305" v="1625" actId="403"/>
          <ac:spMkLst>
            <pc:docMk/>
            <pc:sldMk cId="1887978364" sldId="350"/>
            <ac:spMk id="14" creationId="{45F6DA7F-7AC2-5F1F-91BE-595E085B022F}"/>
          </ac:spMkLst>
        </pc:spChg>
        <pc:spChg chg="add del mod">
          <ac:chgData name="Viet-Hung Nguyen" userId="88ab1737-f544-455f-9872-7aa9eb73f0ba" providerId="ADAL" clId="{1F495B52-284A-448A-A147-9D0BC852BD23}" dt="2024-11-18T18:31:34.390" v="1634"/>
          <ac:spMkLst>
            <pc:docMk/>
            <pc:sldMk cId="1887978364" sldId="350"/>
            <ac:spMk id="16" creationId="{846FD0E3-C627-5B60-3404-8DEBD74BACC9}"/>
          </ac:spMkLst>
        </pc:spChg>
        <pc:spChg chg="add del mod">
          <ac:chgData name="Viet-Hung Nguyen" userId="88ab1737-f544-455f-9872-7aa9eb73f0ba" providerId="ADAL" clId="{1F495B52-284A-448A-A147-9D0BC852BD23}" dt="2024-11-18T19:04:06.415" v="2367" actId="478"/>
          <ac:spMkLst>
            <pc:docMk/>
            <pc:sldMk cId="1887978364" sldId="350"/>
            <ac:spMk id="20" creationId="{A0B95ACF-3246-B488-54C5-3B031B24A930}"/>
          </ac:spMkLst>
        </pc:spChg>
        <pc:graphicFrameChg chg="add del mod">
          <ac:chgData name="Viet-Hung Nguyen" userId="88ab1737-f544-455f-9872-7aa9eb73f0ba" providerId="ADAL" clId="{1F495B52-284A-448A-A147-9D0BC852BD23}" dt="2024-11-18T17:53:03.124" v="342" actId="478"/>
          <ac:graphicFrameMkLst>
            <pc:docMk/>
            <pc:sldMk cId="1887978364" sldId="350"/>
            <ac:graphicFrameMk id="5" creationId="{45477C5B-45FF-C902-7FAC-67903C6D3275}"/>
          </ac:graphicFrameMkLst>
        </pc:graphicFrameChg>
        <pc:graphicFrameChg chg="add del mod">
          <ac:chgData name="Viet-Hung Nguyen" userId="88ab1737-f544-455f-9872-7aa9eb73f0ba" providerId="ADAL" clId="{1F495B52-284A-448A-A147-9D0BC852BD23}" dt="2024-11-18T18:13:58.530" v="789" actId="478"/>
          <ac:graphicFrameMkLst>
            <pc:docMk/>
            <pc:sldMk cId="1887978364" sldId="350"/>
            <ac:graphicFrameMk id="8" creationId="{45477C5B-45FF-C902-7FAC-67903C6D3275}"/>
          </ac:graphicFrameMkLst>
        </pc:graphicFrameChg>
        <pc:picChg chg="add del mod ord">
          <ac:chgData name="Viet-Hung Nguyen" userId="88ab1737-f544-455f-9872-7aa9eb73f0ba" providerId="ADAL" clId="{1F495B52-284A-448A-A147-9D0BC852BD23}" dt="2024-11-18T18:31:31.498" v="1631" actId="478"/>
          <ac:picMkLst>
            <pc:docMk/>
            <pc:sldMk cId="1887978364" sldId="350"/>
            <ac:picMk id="13" creationId="{F6ABC59A-7642-6241-BC1C-E8F95A00F27A}"/>
          </ac:picMkLst>
        </pc:picChg>
        <pc:picChg chg="add mod">
          <ac:chgData name="Viet-Hung Nguyen" userId="88ab1737-f544-455f-9872-7aa9eb73f0ba" providerId="ADAL" clId="{1F495B52-284A-448A-A147-9D0BC852BD23}" dt="2024-11-18T18:31:33.164" v="1633"/>
          <ac:picMkLst>
            <pc:docMk/>
            <pc:sldMk cId="1887978364" sldId="350"/>
            <ac:picMk id="17" creationId="{C665CC89-9582-0AC9-2F11-FB48A8302EE1}"/>
          </ac:picMkLst>
        </pc:picChg>
        <pc:picChg chg="add mod">
          <ac:chgData name="Viet-Hung Nguyen" userId="88ab1737-f544-455f-9872-7aa9eb73f0ba" providerId="ADAL" clId="{1F495B52-284A-448A-A147-9D0BC852BD23}" dt="2024-11-18T19:42:48.094" v="2877" actId="1076"/>
          <ac:picMkLst>
            <pc:docMk/>
            <pc:sldMk cId="1887978364" sldId="350"/>
            <ac:picMk id="18" creationId="{D91BAB45-F23D-C7BB-4B0E-FE152ABCF5A3}"/>
          </ac:picMkLst>
        </pc:picChg>
        <pc:picChg chg="add">
          <ac:chgData name="Viet-Hung Nguyen" userId="88ab1737-f544-455f-9872-7aa9eb73f0ba" providerId="ADAL" clId="{1F495B52-284A-448A-A147-9D0BC852BD23}" dt="2024-11-18T18:14:00.225" v="790"/>
          <ac:picMkLst>
            <pc:docMk/>
            <pc:sldMk cId="1887978364" sldId="350"/>
            <ac:picMk id="1026" creationId="{7AF165F4-604F-6FEC-CC5A-5661EB923C6A}"/>
          </ac:picMkLst>
        </pc:picChg>
        <pc:picChg chg="add">
          <ac:chgData name="Viet-Hung Nguyen" userId="88ab1737-f544-455f-9872-7aa9eb73f0ba" providerId="ADAL" clId="{1F495B52-284A-448A-A147-9D0BC852BD23}" dt="2024-11-18T18:14:24.260" v="791"/>
          <ac:picMkLst>
            <pc:docMk/>
            <pc:sldMk cId="1887978364" sldId="350"/>
            <ac:picMk id="1028" creationId="{591142BD-8BAB-CB11-1E04-62D4DA412BFD}"/>
          </ac:picMkLst>
        </pc:picChg>
      </pc:sldChg>
      <pc:sldChg chg="addSp delSp modSp add mod modAnim modNotesTx">
        <pc:chgData name="Viet-Hung Nguyen" userId="88ab1737-f544-455f-9872-7aa9eb73f0ba" providerId="ADAL" clId="{1F495B52-284A-448A-A147-9D0BC852BD23}" dt="2024-11-18T19:24:15.541" v="2525" actId="478"/>
        <pc:sldMkLst>
          <pc:docMk/>
          <pc:sldMk cId="2696413979" sldId="351"/>
        </pc:sldMkLst>
        <pc:spChg chg="del">
          <ac:chgData name="Viet-Hung Nguyen" userId="88ab1737-f544-455f-9872-7aa9eb73f0ba" providerId="ADAL" clId="{1F495B52-284A-448A-A147-9D0BC852BD23}" dt="2024-11-18T19:24:13.151" v="2524" actId="478"/>
          <ac:spMkLst>
            <pc:docMk/>
            <pc:sldMk cId="2696413979" sldId="351"/>
            <ac:spMk id="2" creationId="{861E74DA-CF3A-45CC-1E6A-686D9FF1433A}"/>
          </ac:spMkLst>
        </pc:spChg>
        <pc:spChg chg="add del mod">
          <ac:chgData name="Viet-Hung Nguyen" userId="88ab1737-f544-455f-9872-7aa9eb73f0ba" providerId="ADAL" clId="{1F495B52-284A-448A-A147-9D0BC852BD23}" dt="2024-11-18T18:28:12.591" v="1628"/>
          <ac:spMkLst>
            <pc:docMk/>
            <pc:sldMk cId="2696413979" sldId="351"/>
            <ac:spMk id="5" creationId="{C90A665E-A990-F939-8C5B-AFBD098A1387}"/>
          </ac:spMkLst>
        </pc:spChg>
        <pc:spChg chg="add mod ord">
          <ac:chgData name="Viet-Hung Nguyen" userId="88ab1737-f544-455f-9872-7aa9eb73f0ba" providerId="ADAL" clId="{1F495B52-284A-448A-A147-9D0BC852BD23}" dt="2024-11-18T18:42:38.157" v="1702" actId="115"/>
          <ac:spMkLst>
            <pc:docMk/>
            <pc:sldMk cId="2696413979" sldId="351"/>
            <ac:spMk id="9" creationId="{0CD2260D-E50B-C1FA-358F-0ED310A6155F}"/>
          </ac:spMkLst>
        </pc:spChg>
        <pc:spChg chg="add del mod">
          <ac:chgData name="Viet-Hung Nguyen" userId="88ab1737-f544-455f-9872-7aa9eb73f0ba" providerId="ADAL" clId="{1F495B52-284A-448A-A147-9D0BC852BD23}" dt="2024-11-18T19:24:15.541" v="2525" actId="478"/>
          <ac:spMkLst>
            <pc:docMk/>
            <pc:sldMk cId="2696413979" sldId="351"/>
            <ac:spMk id="11" creationId="{9473FEF8-6D98-F43E-AAE8-36A04028A1A3}"/>
          </ac:spMkLst>
        </pc:spChg>
        <pc:spChg chg="mod ord">
          <ac:chgData name="Viet-Hung Nguyen" userId="88ab1737-f544-455f-9872-7aa9eb73f0ba" providerId="ADAL" clId="{1F495B52-284A-448A-A147-9D0BC852BD23}" dt="2024-11-18T18:41:44.593" v="1699" actId="167"/>
          <ac:spMkLst>
            <pc:docMk/>
            <pc:sldMk cId="2696413979" sldId="351"/>
            <ac:spMk id="14" creationId="{565956E3-7820-FA51-6FC8-D6DA142BC5E5}"/>
          </ac:spMkLst>
        </pc:spChg>
        <pc:picChg chg="add mod">
          <ac:chgData name="Viet-Hung Nguyen" userId="88ab1737-f544-455f-9872-7aa9eb73f0ba" providerId="ADAL" clId="{1F495B52-284A-448A-A147-9D0BC852BD23}" dt="2024-11-18T18:33:58.060" v="1661" actId="1076"/>
          <ac:picMkLst>
            <pc:docMk/>
            <pc:sldMk cId="2696413979" sldId="351"/>
            <ac:picMk id="6" creationId="{519ECD2B-EB45-B0D1-BD51-23FB0F0A3F5E}"/>
          </ac:picMkLst>
        </pc:picChg>
        <pc:picChg chg="add mod">
          <ac:chgData name="Viet-Hung Nguyen" userId="88ab1737-f544-455f-9872-7aa9eb73f0ba" providerId="ADAL" clId="{1F495B52-284A-448A-A147-9D0BC852BD23}" dt="2024-11-18T18:34:02.052" v="1662" actId="1076"/>
          <ac:picMkLst>
            <pc:docMk/>
            <pc:sldMk cId="2696413979" sldId="351"/>
            <ac:picMk id="7" creationId="{754A3309-1533-AA9C-A924-D07CFD3A4917}"/>
          </ac:picMkLst>
        </pc:picChg>
        <pc:picChg chg="add mod">
          <ac:chgData name="Viet-Hung Nguyen" userId="88ab1737-f544-455f-9872-7aa9eb73f0ba" providerId="ADAL" clId="{1F495B52-284A-448A-A147-9D0BC852BD23}" dt="2024-11-18T18:34:07.173" v="1663" actId="1076"/>
          <ac:picMkLst>
            <pc:docMk/>
            <pc:sldMk cId="2696413979" sldId="351"/>
            <ac:picMk id="8" creationId="{4EE6D1C0-1DEB-6541-55E8-5302E5916C82}"/>
          </ac:picMkLst>
        </pc:picChg>
        <pc:picChg chg="del">
          <ac:chgData name="Viet-Hung Nguyen" userId="88ab1737-f544-455f-9872-7aa9eb73f0ba" providerId="ADAL" clId="{1F495B52-284A-448A-A147-9D0BC852BD23}" dt="2024-11-18T18:28:07.684" v="1627" actId="478"/>
          <ac:picMkLst>
            <pc:docMk/>
            <pc:sldMk cId="2696413979" sldId="351"/>
            <ac:picMk id="13" creationId="{816169AF-13BF-6E0C-7210-D5D8F3ED8261}"/>
          </ac:picMkLst>
        </pc:picChg>
      </pc:sldChg>
      <pc:sldChg chg="addSp delSp modSp add mod ord delAnim modNotesTx">
        <pc:chgData name="Viet-Hung Nguyen" userId="88ab1737-f544-455f-9872-7aa9eb73f0ba" providerId="ADAL" clId="{1F495B52-284A-448A-A147-9D0BC852BD23}" dt="2024-11-19T23:36:59.004" v="3643" actId="20577"/>
        <pc:sldMkLst>
          <pc:docMk/>
          <pc:sldMk cId="769944973" sldId="352"/>
        </pc:sldMkLst>
        <pc:spChg chg="mod">
          <ac:chgData name="Viet-Hung Nguyen" userId="88ab1737-f544-455f-9872-7aa9eb73f0ba" providerId="ADAL" clId="{1F495B52-284A-448A-A147-9D0BC852BD23}" dt="2024-11-18T18:44:38.946" v="1787" actId="1076"/>
          <ac:spMkLst>
            <pc:docMk/>
            <pc:sldMk cId="769944973" sldId="352"/>
            <ac:spMk id="2" creationId="{FAAD941D-9D71-D593-E70E-7425B7BCB966}"/>
          </ac:spMkLst>
        </pc:spChg>
        <pc:spChg chg="del">
          <ac:chgData name="Viet-Hung Nguyen" userId="88ab1737-f544-455f-9872-7aa9eb73f0ba" providerId="ADAL" clId="{1F495B52-284A-448A-A147-9D0BC852BD23}" dt="2024-11-18T18:44:31.291" v="1786" actId="478"/>
          <ac:spMkLst>
            <pc:docMk/>
            <pc:sldMk cId="769944973" sldId="352"/>
            <ac:spMk id="14" creationId="{32A0FB26-0E61-7410-E449-557293BA93D5}"/>
          </ac:spMkLst>
        </pc:spChg>
        <pc:graphicFrameChg chg="add mod">
          <ac:chgData name="Viet-Hung Nguyen" userId="88ab1737-f544-455f-9872-7aa9eb73f0ba" providerId="ADAL" clId="{1F495B52-284A-448A-A147-9D0BC852BD23}" dt="2024-11-18T18:50:35.523" v="1871" actId="207"/>
          <ac:graphicFrameMkLst>
            <pc:docMk/>
            <pc:sldMk cId="769944973" sldId="352"/>
            <ac:graphicFrameMk id="3" creationId="{3878A149-1877-161D-98BC-D9ED18DC4BD5}"/>
          </ac:graphicFrameMkLst>
        </pc:graphicFrameChg>
        <pc:picChg chg="add mod">
          <ac:chgData name="Viet-Hung Nguyen" userId="88ab1737-f544-455f-9872-7aa9eb73f0ba" providerId="ADAL" clId="{1F495B52-284A-448A-A147-9D0BC852BD23}" dt="2024-11-18T19:23:32.500" v="2523" actId="1076"/>
          <ac:picMkLst>
            <pc:docMk/>
            <pc:sldMk cId="769944973" sldId="352"/>
            <ac:picMk id="5" creationId="{B61DCFDE-F0A7-2B00-2780-F8B666F6FB2A}"/>
          </ac:picMkLst>
        </pc:picChg>
      </pc:sldChg>
      <pc:sldChg chg="addSp delSp modSp new mod modNotesTx">
        <pc:chgData name="Viet-Hung Nguyen" userId="88ab1737-f544-455f-9872-7aa9eb73f0ba" providerId="ADAL" clId="{1F495B52-284A-448A-A147-9D0BC852BD23}" dt="2024-11-19T23:43:36.277" v="3742" actId="20577"/>
        <pc:sldMkLst>
          <pc:docMk/>
          <pc:sldMk cId="476152487" sldId="353"/>
        </pc:sldMkLst>
        <pc:spChg chg="mod">
          <ac:chgData name="Viet-Hung Nguyen" userId="88ab1737-f544-455f-9872-7aa9eb73f0ba" providerId="ADAL" clId="{1F495B52-284A-448A-A147-9D0BC852BD23}" dt="2024-11-19T23:43:36.277" v="3742" actId="20577"/>
          <ac:spMkLst>
            <pc:docMk/>
            <pc:sldMk cId="476152487" sldId="353"/>
            <ac:spMk id="2" creationId="{BE9DB70D-3C89-0C8A-4836-3EE8FAB0E08D}"/>
          </ac:spMkLst>
        </pc:spChg>
        <pc:spChg chg="del">
          <ac:chgData name="Viet-Hung Nguyen" userId="88ab1737-f544-455f-9872-7aa9eb73f0ba" providerId="ADAL" clId="{1F495B52-284A-448A-A147-9D0BC852BD23}" dt="2024-11-18T19:34:38.647" v="2526"/>
          <ac:spMkLst>
            <pc:docMk/>
            <pc:sldMk cId="476152487" sldId="353"/>
            <ac:spMk id="3" creationId="{FDBFD41E-3D41-E366-5164-10F142EA0E16}"/>
          </ac:spMkLst>
        </pc:spChg>
        <pc:spChg chg="add del mod">
          <ac:chgData name="Viet-Hung Nguyen" userId="88ab1737-f544-455f-9872-7aa9eb73f0ba" providerId="ADAL" clId="{1F495B52-284A-448A-A147-9D0BC852BD23}" dt="2024-11-18T19:35:11.707" v="2530"/>
          <ac:spMkLst>
            <pc:docMk/>
            <pc:sldMk cId="476152487" sldId="353"/>
            <ac:spMk id="7" creationId="{1F25278C-9D13-6E11-909F-D7441B3C0DC5}"/>
          </ac:spMkLst>
        </pc:spChg>
        <pc:spChg chg="add mod">
          <ac:chgData name="Viet-Hung Nguyen" userId="88ab1737-f544-455f-9872-7aa9eb73f0ba" providerId="ADAL" clId="{1F495B52-284A-448A-A147-9D0BC852BD23}" dt="2024-11-18T19:45:25.772" v="2887" actId="403"/>
          <ac:spMkLst>
            <pc:docMk/>
            <pc:sldMk cId="476152487" sldId="353"/>
            <ac:spMk id="10" creationId="{F656DB81-CBC6-A87C-5AB5-19F1FD87BB99}"/>
          </ac:spMkLst>
        </pc:spChg>
        <pc:picChg chg="add del mod">
          <ac:chgData name="Viet-Hung Nguyen" userId="88ab1737-f544-455f-9872-7aa9eb73f0ba" providerId="ADAL" clId="{1F495B52-284A-448A-A147-9D0BC852BD23}" dt="2024-11-18T19:34:44.344" v="2527" actId="478"/>
          <ac:picMkLst>
            <pc:docMk/>
            <pc:sldMk cId="476152487" sldId="353"/>
            <ac:picMk id="5" creationId="{0C1A5F56-26B1-D392-BEE5-692F9E6C4D61}"/>
          </ac:picMkLst>
        </pc:picChg>
        <pc:picChg chg="add mod">
          <ac:chgData name="Viet-Hung Nguyen" userId="88ab1737-f544-455f-9872-7aa9eb73f0ba" providerId="ADAL" clId="{1F495B52-284A-448A-A147-9D0BC852BD23}" dt="2024-11-18T19:35:07.951" v="2529"/>
          <ac:picMkLst>
            <pc:docMk/>
            <pc:sldMk cId="476152487" sldId="353"/>
            <ac:picMk id="8" creationId="{4CE13B2E-FA50-2FD7-CCB8-1930CA0638FC}"/>
          </ac:picMkLst>
        </pc:picChg>
        <pc:picChg chg="add mod">
          <ac:chgData name="Viet-Hung Nguyen" userId="88ab1737-f544-455f-9872-7aa9eb73f0ba" providerId="ADAL" clId="{1F495B52-284A-448A-A147-9D0BC852BD23}" dt="2024-11-18T19:38:03.951" v="2808" actId="1076"/>
          <ac:picMkLst>
            <pc:docMk/>
            <pc:sldMk cId="476152487" sldId="353"/>
            <ac:picMk id="9" creationId="{D665899D-8E5B-F9B5-5480-3088D19D4618}"/>
          </ac:picMkLst>
        </pc:picChg>
      </pc:sldChg>
      <pc:sldChg chg="addSp delSp modSp new mod modNotesTx">
        <pc:chgData name="Viet-Hung Nguyen" userId="88ab1737-f544-455f-9872-7aa9eb73f0ba" providerId="ADAL" clId="{1F495B52-284A-448A-A147-9D0BC852BD23}" dt="2024-11-20T00:06:23.459" v="3857" actId="20577"/>
        <pc:sldMkLst>
          <pc:docMk/>
          <pc:sldMk cId="61726691" sldId="354"/>
        </pc:sldMkLst>
        <pc:spChg chg="del">
          <ac:chgData name="Viet-Hung Nguyen" userId="88ab1737-f544-455f-9872-7aa9eb73f0ba" providerId="ADAL" clId="{1F495B52-284A-448A-A147-9D0BC852BD23}" dt="2024-11-18T19:50:56.903" v="2991"/>
          <ac:spMkLst>
            <pc:docMk/>
            <pc:sldMk cId="61726691" sldId="354"/>
            <ac:spMk id="3" creationId="{2BE7030B-071E-AB6F-2B05-ED29A7C36B39}"/>
          </ac:spMkLst>
        </pc:spChg>
        <pc:picChg chg="add mod">
          <ac:chgData name="Viet-Hung Nguyen" userId="88ab1737-f544-455f-9872-7aa9eb73f0ba" providerId="ADAL" clId="{1F495B52-284A-448A-A147-9D0BC852BD23}" dt="2024-11-18T19:53:30.563" v="3082" actId="1076"/>
          <ac:picMkLst>
            <pc:docMk/>
            <pc:sldMk cId="61726691" sldId="354"/>
            <ac:picMk id="5" creationId="{5D68A427-C539-32BE-41FF-A8228FF365C6}"/>
          </ac:picMkLst>
        </pc:picChg>
        <pc:picChg chg="add mod">
          <ac:chgData name="Viet-Hung Nguyen" userId="88ab1737-f544-455f-9872-7aa9eb73f0ba" providerId="ADAL" clId="{1F495B52-284A-448A-A147-9D0BC852BD23}" dt="2024-11-18T19:53:41.076" v="3084" actId="1076"/>
          <ac:picMkLst>
            <pc:docMk/>
            <pc:sldMk cId="61726691" sldId="354"/>
            <ac:picMk id="6" creationId="{98598D2F-1B37-D04D-15A6-38705BF9EE05}"/>
          </ac:picMkLst>
        </pc:picChg>
      </pc:sldChg>
      <pc:sldChg chg="addSp delSp modSp new mod modClrScheme chgLayout modNotesTx">
        <pc:chgData name="Viet-Hung Nguyen" userId="88ab1737-f544-455f-9872-7aa9eb73f0ba" providerId="ADAL" clId="{1F495B52-284A-448A-A147-9D0BC852BD23}" dt="2024-11-21T00:08:10.290" v="4725" actId="5793"/>
        <pc:sldMkLst>
          <pc:docMk/>
          <pc:sldMk cId="2616691195" sldId="355"/>
        </pc:sldMkLst>
        <pc:spChg chg="del mod ord">
          <ac:chgData name="Viet-Hung Nguyen" userId="88ab1737-f544-455f-9872-7aa9eb73f0ba" providerId="ADAL" clId="{1F495B52-284A-448A-A147-9D0BC852BD23}" dt="2024-11-18T19:51:25.093" v="2993" actId="700"/>
          <ac:spMkLst>
            <pc:docMk/>
            <pc:sldMk cId="2616691195" sldId="355"/>
            <ac:spMk id="2" creationId="{293F7053-9A7B-65B5-C82A-6BA054F51567}"/>
          </ac:spMkLst>
        </pc:spChg>
        <pc:spChg chg="del mod ord">
          <ac:chgData name="Viet-Hung Nguyen" userId="88ab1737-f544-455f-9872-7aa9eb73f0ba" providerId="ADAL" clId="{1F495B52-284A-448A-A147-9D0BC852BD23}" dt="2024-11-18T19:51:25.093" v="2993" actId="700"/>
          <ac:spMkLst>
            <pc:docMk/>
            <pc:sldMk cId="2616691195" sldId="355"/>
            <ac:spMk id="3" creationId="{7755E258-F3F9-8897-19B3-B2B3BA58690E}"/>
          </ac:spMkLst>
        </pc:spChg>
        <pc:spChg chg="mod ord">
          <ac:chgData name="Viet-Hung Nguyen" userId="88ab1737-f544-455f-9872-7aa9eb73f0ba" providerId="ADAL" clId="{1F495B52-284A-448A-A147-9D0BC852BD23}" dt="2024-11-18T19:51:25.093" v="2993" actId="700"/>
          <ac:spMkLst>
            <pc:docMk/>
            <pc:sldMk cId="2616691195" sldId="355"/>
            <ac:spMk id="4" creationId="{C6A3A170-3ACD-7175-6FB4-BF33A1B13044}"/>
          </ac:spMkLst>
        </pc:spChg>
        <pc:spChg chg="add mod ord">
          <ac:chgData name="Viet-Hung Nguyen" userId="88ab1737-f544-455f-9872-7aa9eb73f0ba" providerId="ADAL" clId="{1F495B52-284A-448A-A147-9D0BC852BD23}" dt="2024-11-18T19:51:34.812" v="3030" actId="20577"/>
          <ac:spMkLst>
            <pc:docMk/>
            <pc:sldMk cId="2616691195" sldId="355"/>
            <ac:spMk id="5" creationId="{E904EB16-9E94-24E4-21D0-5588FB072A80}"/>
          </ac:spMkLst>
        </pc:spChg>
        <pc:spChg chg="add mod ord">
          <ac:chgData name="Viet-Hung Nguyen" userId="88ab1737-f544-455f-9872-7aa9eb73f0ba" providerId="ADAL" clId="{1F495B52-284A-448A-A147-9D0BC852BD23}" dt="2024-11-21T00:08:10.290" v="4725" actId="5793"/>
          <ac:spMkLst>
            <pc:docMk/>
            <pc:sldMk cId="2616691195" sldId="355"/>
            <ac:spMk id="6" creationId="{809743FC-1E25-AC2D-D555-FC12CBCE4DB7}"/>
          </ac:spMkLst>
        </pc:spChg>
      </pc:sldChg>
      <pc:sldChg chg="addSp delSp modSp new modNotesTx">
        <pc:chgData name="Viet-Hung Nguyen" userId="88ab1737-f544-455f-9872-7aa9eb73f0ba" providerId="ADAL" clId="{1F495B52-284A-448A-A147-9D0BC852BD23}" dt="2024-11-18T19:54:56.467" v="3224" actId="20577"/>
        <pc:sldMkLst>
          <pc:docMk/>
          <pc:sldMk cId="2759951576" sldId="356"/>
        </pc:sldMkLst>
        <pc:spChg chg="del">
          <ac:chgData name="Viet-Hung Nguyen" userId="88ab1737-f544-455f-9872-7aa9eb73f0ba" providerId="ADAL" clId="{1F495B52-284A-448A-A147-9D0BC852BD23}" dt="2024-11-18T19:54:16.480" v="3086"/>
          <ac:spMkLst>
            <pc:docMk/>
            <pc:sldMk cId="2759951576" sldId="356"/>
            <ac:spMk id="3" creationId="{43650C8F-BC14-F97A-6F9C-30E234317935}"/>
          </ac:spMkLst>
        </pc:spChg>
        <pc:picChg chg="add mod">
          <ac:chgData name="Viet-Hung Nguyen" userId="88ab1737-f544-455f-9872-7aa9eb73f0ba" providerId="ADAL" clId="{1F495B52-284A-448A-A147-9D0BC852BD23}" dt="2024-11-18T19:54:16.480" v="3086"/>
          <ac:picMkLst>
            <pc:docMk/>
            <pc:sldMk cId="2759951576" sldId="356"/>
            <ac:picMk id="5" creationId="{910C6A43-F69F-CED0-F548-7905C6570CFA}"/>
          </ac:picMkLst>
        </pc:picChg>
      </pc:sldChg>
      <pc:sldChg chg="addSp delSp modSp new mod ord modAnim modNotesTx">
        <pc:chgData name="Viet-Hung Nguyen" userId="88ab1737-f544-455f-9872-7aa9eb73f0ba" providerId="ADAL" clId="{1F495B52-284A-448A-A147-9D0BC852BD23}" dt="2024-11-20T23:47:02.413" v="4722" actId="20577"/>
        <pc:sldMkLst>
          <pc:docMk/>
          <pc:sldMk cId="3811960762" sldId="357"/>
        </pc:sldMkLst>
        <pc:spChg chg="mod">
          <ac:chgData name="Viet-Hung Nguyen" userId="88ab1737-f544-455f-9872-7aa9eb73f0ba" providerId="ADAL" clId="{1F495B52-284A-448A-A147-9D0BC852BD23}" dt="2024-11-19T23:39:46.432" v="3739" actId="115"/>
          <ac:spMkLst>
            <pc:docMk/>
            <pc:sldMk cId="3811960762" sldId="357"/>
            <ac:spMk id="2" creationId="{91C63791-7D45-D46F-A4EA-5AC6119A679B}"/>
          </ac:spMkLst>
        </pc:spChg>
        <pc:spChg chg="del">
          <ac:chgData name="Viet-Hung Nguyen" userId="88ab1737-f544-455f-9872-7aa9eb73f0ba" providerId="ADAL" clId="{1F495B52-284A-448A-A147-9D0BC852BD23}" dt="2024-11-19T23:41:29.511" v="3741"/>
          <ac:spMkLst>
            <pc:docMk/>
            <pc:sldMk cId="3811960762" sldId="357"/>
            <ac:spMk id="3" creationId="{6456D8CF-BE92-122F-021D-E0D92D18E2C3}"/>
          </ac:spMkLst>
        </pc:spChg>
        <pc:spChg chg="add">
          <ac:chgData name="Viet-Hung Nguyen" userId="88ab1737-f544-455f-9872-7aa9eb73f0ba" providerId="ADAL" clId="{1F495B52-284A-448A-A147-9D0BC852BD23}" dt="2024-11-19T23:40:00.328" v="3740"/>
          <ac:spMkLst>
            <pc:docMk/>
            <pc:sldMk cId="3811960762" sldId="357"/>
            <ac:spMk id="5" creationId="{A8A1A583-1A13-3761-6FC9-0C7A53302F45}"/>
          </ac:spMkLst>
        </pc:spChg>
        <pc:picChg chg="add mod">
          <ac:chgData name="Viet-Hung Nguyen" userId="88ab1737-f544-455f-9872-7aa9eb73f0ba" providerId="ADAL" clId="{1F495B52-284A-448A-A147-9D0BC852BD23}" dt="2024-11-20T00:18:13.121" v="3861" actId="1035"/>
          <ac:picMkLst>
            <pc:docMk/>
            <pc:sldMk cId="3811960762" sldId="357"/>
            <ac:picMk id="6" creationId="{6E18660A-04AF-4E58-7318-40F0A6AB8042}"/>
          </ac:picMkLst>
        </pc:picChg>
        <pc:picChg chg="add">
          <ac:chgData name="Viet-Hung Nguyen" userId="88ab1737-f544-455f-9872-7aa9eb73f0ba" providerId="ADAL" clId="{1F495B52-284A-448A-A147-9D0BC852BD23}" dt="2024-11-19T23:40:00.328" v="3740"/>
          <ac:picMkLst>
            <pc:docMk/>
            <pc:sldMk cId="3811960762" sldId="357"/>
            <ac:picMk id="1026" creationId="{B8512E39-7398-8C62-86E8-20F1D3F26F63}"/>
          </ac:picMkLst>
        </pc:picChg>
      </pc:sldChg>
      <pc:sldChg chg="modNotesTx">
        <pc:chgData name="Viet-Hung Nguyen" userId="88ab1737-f544-455f-9872-7aa9eb73f0ba" providerId="ADAL" clId="{1F495B52-284A-448A-A147-9D0BC852BD23}" dt="2024-11-20T23:20:00.434" v="4590" actId="20577"/>
        <pc:sldMkLst>
          <pc:docMk/>
          <pc:sldMk cId="1619210501" sldId="358"/>
        </pc:sldMkLst>
      </pc:sldChg>
      <pc:sldChg chg="modSp modAnim modNotesTx">
        <pc:chgData name="Viet-Hung Nguyen" userId="88ab1737-f544-455f-9872-7aa9eb73f0ba" providerId="ADAL" clId="{1F495B52-284A-448A-A147-9D0BC852BD23}" dt="2024-11-19T21:33:54.984" v="3594" actId="403"/>
        <pc:sldMkLst>
          <pc:docMk/>
          <pc:sldMk cId="3146499163" sldId="359"/>
        </pc:sldMkLst>
        <pc:spChg chg="mod">
          <ac:chgData name="Viet-Hung Nguyen" userId="88ab1737-f544-455f-9872-7aa9eb73f0ba" providerId="ADAL" clId="{1F495B52-284A-448A-A147-9D0BC852BD23}" dt="2024-11-19T21:33:54.984" v="3594" actId="403"/>
          <ac:spMkLst>
            <pc:docMk/>
            <pc:sldMk cId="3146499163" sldId="359"/>
            <ac:spMk id="6" creationId="{E43F9D6E-E650-3706-576C-18C455E6DDA1}"/>
          </ac:spMkLst>
        </pc:spChg>
        <pc:spChg chg="mod">
          <ac:chgData name="Viet-Hung Nguyen" userId="88ab1737-f544-455f-9872-7aa9eb73f0ba" providerId="ADAL" clId="{1F495B52-284A-448A-A147-9D0BC852BD23}" dt="2024-11-19T21:33:48.960" v="3593" actId="403"/>
          <ac:spMkLst>
            <pc:docMk/>
            <pc:sldMk cId="3146499163" sldId="359"/>
            <ac:spMk id="7" creationId="{8B3D482D-D310-36AD-8969-6E2B9D4CE1BA}"/>
          </ac:spMkLst>
        </pc:spChg>
      </pc:sldChg>
      <pc:sldChg chg="modAnim">
        <pc:chgData name="Viet-Hung Nguyen" userId="88ab1737-f544-455f-9872-7aa9eb73f0ba" providerId="ADAL" clId="{1F495B52-284A-448A-A147-9D0BC852BD23}" dt="2024-11-20T23:38:37.972" v="4593"/>
        <pc:sldMkLst>
          <pc:docMk/>
          <pc:sldMk cId="981963659" sldId="360"/>
        </pc:sldMkLst>
      </pc:sldChg>
      <pc:sldChg chg="ord modAnim">
        <pc:chgData name="Viet-Hung Nguyen" userId="88ab1737-f544-455f-9872-7aa9eb73f0ba" providerId="ADAL" clId="{1F495B52-284A-448A-A147-9D0BC852BD23}" dt="2024-11-20T23:38:41.907" v="4594"/>
        <pc:sldMkLst>
          <pc:docMk/>
          <pc:sldMk cId="2389119310" sldId="362"/>
        </pc:sldMkLst>
      </pc:sldChg>
      <pc:sldChg chg="modAnim modNotesTx">
        <pc:chgData name="Viet-Hung Nguyen" userId="88ab1737-f544-455f-9872-7aa9eb73f0ba" providerId="ADAL" clId="{1F495B52-284A-448A-A147-9D0BC852BD23}" dt="2024-11-21T01:08:06.186" v="5246" actId="20577"/>
        <pc:sldMkLst>
          <pc:docMk/>
          <pc:sldMk cId="62176389" sldId="363"/>
        </pc:sldMkLst>
      </pc:sldChg>
      <pc:sldChg chg="modAnim modNotesTx">
        <pc:chgData name="Viet-Hung Nguyen" userId="88ab1737-f544-455f-9872-7aa9eb73f0ba" providerId="ADAL" clId="{1F495B52-284A-448A-A147-9D0BC852BD23}" dt="2024-11-20T23:45:21.425" v="4633" actId="20577"/>
        <pc:sldMkLst>
          <pc:docMk/>
          <pc:sldMk cId="3336337411" sldId="364"/>
        </pc:sldMkLst>
      </pc:sldChg>
      <pc:sldChg chg="modSp new mod modAnim modNotesTx">
        <pc:chgData name="Viet-Hung Nguyen" userId="88ab1737-f544-455f-9872-7aa9eb73f0ba" providerId="ADAL" clId="{1F495B52-284A-448A-A147-9D0BC852BD23}" dt="2024-11-21T00:43:45.752" v="5171" actId="20577"/>
        <pc:sldMkLst>
          <pc:docMk/>
          <pc:sldMk cId="3915319750" sldId="366"/>
        </pc:sldMkLst>
        <pc:spChg chg="mod">
          <ac:chgData name="Viet-Hung Nguyen" userId="88ab1737-f544-455f-9872-7aa9eb73f0ba" providerId="ADAL" clId="{1F495B52-284A-448A-A147-9D0BC852BD23}" dt="2024-11-21T00:17:57.442" v="4843" actId="20577"/>
          <ac:spMkLst>
            <pc:docMk/>
            <pc:sldMk cId="3915319750" sldId="366"/>
            <ac:spMk id="2" creationId="{45E06EF6-CC7E-7CC1-38C2-181AADA9B9EB}"/>
          </ac:spMkLst>
        </pc:spChg>
        <pc:spChg chg="mod">
          <ac:chgData name="Viet-Hung Nguyen" userId="88ab1737-f544-455f-9872-7aa9eb73f0ba" providerId="ADAL" clId="{1F495B52-284A-448A-A147-9D0BC852BD23}" dt="2024-11-20T19:22:07.939" v="4305" actId="1035"/>
          <ac:spMkLst>
            <pc:docMk/>
            <pc:sldMk cId="3915319750" sldId="366"/>
            <ac:spMk id="3" creationId="{F2B83385-B1A1-373E-E878-15ECD5B5F85B}"/>
          </ac:spMkLst>
        </pc:spChg>
      </pc:sldChg>
    </pc:docChg>
  </pc:docChgLst>
  <pc:docChgLst>
    <pc:chgData name="Viet-Hung Nguyen" userId="88ab1737-f544-455f-9872-7aa9eb73f0ba" providerId="ADAL" clId="{BD9A8566-4E49-4667-9FC5-ECD98156A717}"/>
    <pc:docChg chg="undo custSel addSld delSld modSld sldOrd modMainMaster">
      <pc:chgData name="Viet-Hung Nguyen" userId="88ab1737-f544-455f-9872-7aa9eb73f0ba" providerId="ADAL" clId="{BD9A8566-4E49-4667-9FC5-ECD98156A717}" dt="2024-11-21T17:51:30.954" v="5833" actId="20577"/>
      <pc:docMkLst>
        <pc:docMk/>
      </pc:docMkLst>
      <pc:sldChg chg="modSp mod modShow modNotesTx">
        <pc:chgData name="Viet-Hung Nguyen" userId="88ab1737-f544-455f-9872-7aa9eb73f0ba" providerId="ADAL" clId="{BD9A8566-4E49-4667-9FC5-ECD98156A717}" dt="2024-11-21T17:51:30.954" v="5833" actId="20577"/>
        <pc:sldMkLst>
          <pc:docMk/>
          <pc:sldMk cId="3378822495" sldId="322"/>
        </pc:sldMkLst>
        <pc:spChg chg="mod">
          <ac:chgData name="Viet-Hung Nguyen" userId="88ab1737-f544-455f-9872-7aa9eb73f0ba" providerId="ADAL" clId="{BD9A8566-4E49-4667-9FC5-ECD98156A717}" dt="2024-11-19T19:21:12.748" v="3643" actId="14100"/>
          <ac:spMkLst>
            <pc:docMk/>
            <pc:sldMk cId="3378822495" sldId="322"/>
            <ac:spMk id="2" creationId="{75454C9E-20FB-B999-9303-C71D1334BAD7}"/>
          </ac:spMkLst>
        </pc:spChg>
        <pc:spChg chg="mod">
          <ac:chgData name="Viet-Hung Nguyen" userId="88ab1737-f544-455f-9872-7aa9eb73f0ba" providerId="ADAL" clId="{BD9A8566-4E49-4667-9FC5-ECD98156A717}" dt="2024-11-19T19:20:58.861" v="3627" actId="20577"/>
          <ac:spMkLst>
            <pc:docMk/>
            <pc:sldMk cId="3378822495" sldId="322"/>
            <ac:spMk id="3" creationId="{F34D0AB0-1035-336D-A4B2-79348035DFBC}"/>
          </ac:spMkLst>
        </pc:spChg>
      </pc:sldChg>
      <pc:sldChg chg="ord">
        <pc:chgData name="Viet-Hung Nguyen" userId="88ab1737-f544-455f-9872-7aa9eb73f0ba" providerId="ADAL" clId="{BD9A8566-4E49-4667-9FC5-ECD98156A717}" dt="2024-11-19T17:27:02.346" v="2614"/>
        <pc:sldMkLst>
          <pc:docMk/>
          <pc:sldMk cId="2875336553" sldId="323"/>
        </pc:sldMkLst>
      </pc:sldChg>
      <pc:sldChg chg="ord">
        <pc:chgData name="Viet-Hung Nguyen" userId="88ab1737-f544-455f-9872-7aa9eb73f0ba" providerId="ADAL" clId="{BD9A8566-4E49-4667-9FC5-ECD98156A717}" dt="2024-11-19T17:27:02.346" v="2614"/>
        <pc:sldMkLst>
          <pc:docMk/>
          <pc:sldMk cId="2468270471" sldId="324"/>
        </pc:sldMkLst>
      </pc:sldChg>
      <pc:sldChg chg="ord">
        <pc:chgData name="Viet-Hung Nguyen" userId="88ab1737-f544-455f-9872-7aa9eb73f0ba" providerId="ADAL" clId="{BD9A8566-4E49-4667-9FC5-ECD98156A717}" dt="2024-11-19T17:27:02.346" v="2614"/>
        <pc:sldMkLst>
          <pc:docMk/>
          <pc:sldMk cId="2005516879" sldId="325"/>
        </pc:sldMkLst>
      </pc:sldChg>
      <pc:sldChg chg="modSp mod modNotesTx">
        <pc:chgData name="Viet-Hung Nguyen" userId="88ab1737-f544-455f-9872-7aa9eb73f0ba" providerId="ADAL" clId="{BD9A8566-4E49-4667-9FC5-ECD98156A717}" dt="2024-11-19T18:02:30.006" v="3077" actId="20577"/>
        <pc:sldMkLst>
          <pc:docMk/>
          <pc:sldMk cId="3598261012" sldId="326"/>
        </pc:sldMkLst>
        <pc:spChg chg="mod">
          <ac:chgData name="Viet-Hung Nguyen" userId="88ab1737-f544-455f-9872-7aa9eb73f0ba" providerId="ADAL" clId="{BD9A8566-4E49-4667-9FC5-ECD98156A717}" dt="2024-11-19T17:27:54.775" v="2636" actId="20577"/>
          <ac:spMkLst>
            <pc:docMk/>
            <pc:sldMk cId="3598261012" sldId="326"/>
            <ac:spMk id="2" creationId="{999559B4-B4B9-0EC4-77A6-23DFD10AD7CB}"/>
          </ac:spMkLst>
        </pc:spChg>
      </pc:sldChg>
      <pc:sldChg chg="modSp modAnim modNotesTx">
        <pc:chgData name="Viet-Hung Nguyen" userId="88ab1737-f544-455f-9872-7aa9eb73f0ba" providerId="ADAL" clId="{BD9A8566-4E49-4667-9FC5-ECD98156A717}" dt="2024-11-20T06:26:52.014" v="3890" actId="20577"/>
        <pc:sldMkLst>
          <pc:docMk/>
          <pc:sldMk cId="1136109300" sldId="327"/>
        </pc:sldMkLst>
        <pc:spChg chg="mod">
          <ac:chgData name="Viet-Hung Nguyen" userId="88ab1737-f544-455f-9872-7aa9eb73f0ba" providerId="ADAL" clId="{BD9A8566-4E49-4667-9FC5-ECD98156A717}" dt="2024-11-20T06:26:47.953" v="3886" actId="6549"/>
          <ac:spMkLst>
            <pc:docMk/>
            <pc:sldMk cId="1136109300" sldId="327"/>
            <ac:spMk id="6" creationId="{28F2C439-0675-BE61-1D22-0DAB911A1D39}"/>
          </ac:spMkLst>
        </pc:spChg>
      </pc:sldChg>
      <pc:sldChg chg="modSp mod ord">
        <pc:chgData name="Viet-Hung Nguyen" userId="88ab1737-f544-455f-9872-7aa9eb73f0ba" providerId="ADAL" clId="{BD9A8566-4E49-4667-9FC5-ECD98156A717}" dt="2024-11-19T17:57:51.002" v="3041"/>
        <pc:sldMkLst>
          <pc:docMk/>
          <pc:sldMk cId="200443703" sldId="328"/>
        </pc:sldMkLst>
        <pc:spChg chg="mod">
          <ac:chgData name="Viet-Hung Nguyen" userId="88ab1737-f544-455f-9872-7aa9eb73f0ba" providerId="ADAL" clId="{BD9A8566-4E49-4667-9FC5-ECD98156A717}" dt="2024-11-15T19:24:10.057" v="52" actId="115"/>
          <ac:spMkLst>
            <pc:docMk/>
            <pc:sldMk cId="200443703" sldId="328"/>
            <ac:spMk id="2" creationId="{A204A112-DA1C-4BE5-9118-E18BF12B51C1}"/>
          </ac:spMkLst>
        </pc:spChg>
      </pc:sldChg>
      <pc:sldChg chg="modSp mod modAnim modNotesTx">
        <pc:chgData name="Viet-Hung Nguyen" userId="88ab1737-f544-455f-9872-7aa9eb73f0ba" providerId="ADAL" clId="{BD9A8566-4E49-4667-9FC5-ECD98156A717}" dt="2024-11-19T18:10:14.736" v="3091" actId="20577"/>
        <pc:sldMkLst>
          <pc:docMk/>
          <pc:sldMk cId="478840042" sldId="329"/>
        </pc:sldMkLst>
        <pc:spChg chg="mod">
          <ac:chgData name="Viet-Hung Nguyen" userId="88ab1737-f544-455f-9872-7aa9eb73f0ba" providerId="ADAL" clId="{BD9A8566-4E49-4667-9FC5-ECD98156A717}" dt="2024-11-19T17:54:32.931" v="2991" actId="20577"/>
          <ac:spMkLst>
            <pc:docMk/>
            <pc:sldMk cId="478840042" sldId="329"/>
            <ac:spMk id="6" creationId="{B22C654C-7906-98A3-8628-7AD106BF83DC}"/>
          </ac:spMkLst>
        </pc:spChg>
        <pc:spChg chg="mod">
          <ac:chgData name="Viet-Hung Nguyen" userId="88ab1737-f544-455f-9872-7aa9eb73f0ba" providerId="ADAL" clId="{BD9A8566-4E49-4667-9FC5-ECD98156A717}" dt="2024-11-19T17:54:42.331" v="2994" actId="14"/>
          <ac:spMkLst>
            <pc:docMk/>
            <pc:sldMk cId="478840042" sldId="329"/>
            <ac:spMk id="7" creationId="{3F270E9C-E97B-E693-864A-4A5BD1F9B2C0}"/>
          </ac:spMkLst>
        </pc:spChg>
      </pc:sldChg>
      <pc:sldChg chg="modSp mod ord modNotesTx">
        <pc:chgData name="Viet-Hung Nguyen" userId="88ab1737-f544-455f-9872-7aa9eb73f0ba" providerId="ADAL" clId="{BD9A8566-4E49-4667-9FC5-ECD98156A717}" dt="2024-11-19T18:08:36.988" v="3080" actId="6549"/>
        <pc:sldMkLst>
          <pc:docMk/>
          <pc:sldMk cId="1529445290" sldId="330"/>
        </pc:sldMkLst>
        <pc:spChg chg="mod">
          <ac:chgData name="Viet-Hung Nguyen" userId="88ab1737-f544-455f-9872-7aa9eb73f0ba" providerId="ADAL" clId="{BD9A8566-4E49-4667-9FC5-ECD98156A717}" dt="2024-11-19T18:08:36.988" v="3080" actId="6549"/>
          <ac:spMkLst>
            <pc:docMk/>
            <pc:sldMk cId="1529445290" sldId="330"/>
            <ac:spMk id="3" creationId="{F9A92675-F998-EBBB-0CFC-93AF3511AAEC}"/>
          </ac:spMkLst>
        </pc:spChg>
      </pc:sldChg>
      <pc:sldChg chg="ord">
        <pc:chgData name="Viet-Hung Nguyen" userId="88ab1737-f544-455f-9872-7aa9eb73f0ba" providerId="ADAL" clId="{BD9A8566-4E49-4667-9FC5-ECD98156A717}" dt="2024-11-19T17:57:42.086" v="3039"/>
        <pc:sldMkLst>
          <pc:docMk/>
          <pc:sldMk cId="2556322351" sldId="332"/>
        </pc:sldMkLst>
      </pc:sldChg>
      <pc:sldChg chg="ord">
        <pc:chgData name="Viet-Hung Nguyen" userId="88ab1737-f544-455f-9872-7aa9eb73f0ba" providerId="ADAL" clId="{BD9A8566-4E49-4667-9FC5-ECD98156A717}" dt="2024-11-19T17:57:42.086" v="3039"/>
        <pc:sldMkLst>
          <pc:docMk/>
          <pc:sldMk cId="3308627593" sldId="333"/>
        </pc:sldMkLst>
      </pc:sldChg>
      <pc:sldChg chg="ord">
        <pc:chgData name="Viet-Hung Nguyen" userId="88ab1737-f544-455f-9872-7aa9eb73f0ba" providerId="ADAL" clId="{BD9A8566-4E49-4667-9FC5-ECD98156A717}" dt="2024-11-19T17:27:23.453" v="2618"/>
        <pc:sldMkLst>
          <pc:docMk/>
          <pc:sldMk cId="2745838803" sldId="335"/>
        </pc:sldMkLst>
      </pc:sldChg>
      <pc:sldChg chg="modSp mod modNotesTx">
        <pc:chgData name="Viet-Hung Nguyen" userId="88ab1737-f544-455f-9872-7aa9eb73f0ba" providerId="ADAL" clId="{BD9A8566-4E49-4667-9FC5-ECD98156A717}" dt="2024-11-19T17:36:25.103" v="2826"/>
        <pc:sldMkLst>
          <pc:docMk/>
          <pc:sldMk cId="985893637" sldId="336"/>
        </pc:sldMkLst>
        <pc:spChg chg="mod">
          <ac:chgData name="Viet-Hung Nguyen" userId="88ab1737-f544-455f-9872-7aa9eb73f0ba" providerId="ADAL" clId="{BD9A8566-4E49-4667-9FC5-ECD98156A717}" dt="2024-11-19T17:36:18.762" v="2824" actId="27636"/>
          <ac:spMkLst>
            <pc:docMk/>
            <pc:sldMk cId="985893637" sldId="336"/>
            <ac:spMk id="3" creationId="{0F27AC5C-B1C0-BB73-294B-E2A388F08B9F}"/>
          </ac:spMkLst>
        </pc:spChg>
      </pc:sldChg>
      <pc:sldChg chg="add del">
        <pc:chgData name="Viet-Hung Nguyen" userId="88ab1737-f544-455f-9872-7aa9eb73f0ba" providerId="ADAL" clId="{BD9A8566-4E49-4667-9FC5-ECD98156A717}" dt="2024-11-15T19:48:17.890" v="150"/>
        <pc:sldMkLst>
          <pc:docMk/>
          <pc:sldMk cId="1870351579" sldId="337"/>
        </pc:sldMkLst>
      </pc:sldChg>
      <pc:sldChg chg="del">
        <pc:chgData name="Viet-Hung Nguyen" userId="88ab1737-f544-455f-9872-7aa9eb73f0ba" providerId="ADAL" clId="{BD9A8566-4E49-4667-9FC5-ECD98156A717}" dt="2024-11-15T19:30:04.005" v="90" actId="2696"/>
        <pc:sldMkLst>
          <pc:docMk/>
          <pc:sldMk cId="2108181439" sldId="337"/>
        </pc:sldMkLst>
      </pc:sldChg>
      <pc:sldChg chg="modSp del modAnim">
        <pc:chgData name="Viet-Hung Nguyen" userId="88ab1737-f544-455f-9872-7aa9eb73f0ba" providerId="ADAL" clId="{BD9A8566-4E49-4667-9FC5-ECD98156A717}" dt="2024-11-19T17:57:12.156" v="3037" actId="2696"/>
        <pc:sldMkLst>
          <pc:docMk/>
          <pc:sldMk cId="3827808073" sldId="338"/>
        </pc:sldMkLst>
        <pc:spChg chg="mod">
          <ac:chgData name="Viet-Hung Nguyen" userId="88ab1737-f544-455f-9872-7aa9eb73f0ba" providerId="ADAL" clId="{BD9A8566-4E49-4667-9FC5-ECD98156A717}" dt="2024-11-15T20:52:16.698" v="1620" actId="20577"/>
          <ac:spMkLst>
            <pc:docMk/>
            <pc:sldMk cId="3827808073" sldId="338"/>
            <ac:spMk id="10" creationId="{45F76268-CBAB-0EF3-7160-D38A57A3F163}"/>
          </ac:spMkLst>
        </pc:spChg>
      </pc:sldChg>
      <pc:sldChg chg="ord">
        <pc:chgData name="Viet-Hung Nguyen" userId="88ab1737-f544-455f-9872-7aa9eb73f0ba" providerId="ADAL" clId="{BD9A8566-4E49-4667-9FC5-ECD98156A717}" dt="2024-11-19T17:27:26.177" v="2622"/>
        <pc:sldMkLst>
          <pc:docMk/>
          <pc:sldMk cId="641737480" sldId="339"/>
        </pc:sldMkLst>
      </pc:sldChg>
      <pc:sldChg chg="modSp mod ord">
        <pc:chgData name="Viet-Hung Nguyen" userId="88ab1737-f544-455f-9872-7aa9eb73f0ba" providerId="ADAL" clId="{BD9A8566-4E49-4667-9FC5-ECD98156A717}" dt="2024-11-15T19:48:38.372" v="153" actId="27918"/>
        <pc:sldMkLst>
          <pc:docMk/>
          <pc:sldMk cId="4254829095" sldId="340"/>
        </pc:sldMkLst>
        <pc:graphicFrameChg chg="mod">
          <ac:chgData name="Viet-Hung Nguyen" userId="88ab1737-f544-455f-9872-7aa9eb73f0ba" providerId="ADAL" clId="{BD9A8566-4E49-4667-9FC5-ECD98156A717}" dt="2024-11-15T19:48:36.423" v="152"/>
          <ac:graphicFrameMkLst>
            <pc:docMk/>
            <pc:sldMk cId="4254829095" sldId="340"/>
            <ac:graphicFrameMk id="6" creationId="{C224A708-41D6-BC91-1D42-2C5343CA0B1E}"/>
          </ac:graphicFrameMkLst>
        </pc:graphicFrameChg>
      </pc:sldChg>
      <pc:sldChg chg="addSp modSp mod modAnim modNotesTx">
        <pc:chgData name="Viet-Hung Nguyen" userId="88ab1737-f544-455f-9872-7aa9eb73f0ba" providerId="ADAL" clId="{BD9A8566-4E49-4667-9FC5-ECD98156A717}" dt="2024-11-19T19:36:41.411" v="3860" actId="20577"/>
        <pc:sldMkLst>
          <pc:docMk/>
          <pc:sldMk cId="633113159" sldId="341"/>
        </pc:sldMkLst>
        <pc:spChg chg="mod">
          <ac:chgData name="Viet-Hung Nguyen" userId="88ab1737-f544-455f-9872-7aa9eb73f0ba" providerId="ADAL" clId="{BD9A8566-4E49-4667-9FC5-ECD98156A717}" dt="2024-11-19T19:17:28.233" v="3508" actId="21"/>
          <ac:spMkLst>
            <pc:docMk/>
            <pc:sldMk cId="633113159" sldId="341"/>
            <ac:spMk id="2" creationId="{F77C55AB-2CA4-02EA-F338-32B77088C8C2}"/>
          </ac:spMkLst>
        </pc:spChg>
        <pc:spChg chg="mod">
          <ac:chgData name="Viet-Hung Nguyen" userId="88ab1737-f544-455f-9872-7aa9eb73f0ba" providerId="ADAL" clId="{BD9A8566-4E49-4667-9FC5-ECD98156A717}" dt="2024-11-19T19:34:43.462" v="3820" actId="20577"/>
          <ac:spMkLst>
            <pc:docMk/>
            <pc:sldMk cId="633113159" sldId="341"/>
            <ac:spMk id="3" creationId="{77635059-9B84-036D-FA96-AA5D125359E5}"/>
          </ac:spMkLst>
        </pc:spChg>
        <pc:spChg chg="add mod">
          <ac:chgData name="Viet-Hung Nguyen" userId="88ab1737-f544-455f-9872-7aa9eb73f0ba" providerId="ADAL" clId="{BD9A8566-4E49-4667-9FC5-ECD98156A717}" dt="2024-11-19T19:17:49.559" v="3514" actId="6549"/>
          <ac:spMkLst>
            <pc:docMk/>
            <pc:sldMk cId="633113159" sldId="341"/>
            <ac:spMk id="5" creationId="{D314D285-00B5-6F70-3A3D-12CCF7E8775F}"/>
          </ac:spMkLst>
        </pc:spChg>
      </pc:sldChg>
      <pc:sldChg chg="addSp delSp modSp new mod modClrScheme chgLayout">
        <pc:chgData name="Viet-Hung Nguyen" userId="88ab1737-f544-455f-9872-7aa9eb73f0ba" providerId="ADAL" clId="{BD9A8566-4E49-4667-9FC5-ECD98156A717}" dt="2024-11-15T19:25:05.814" v="56" actId="948"/>
        <pc:sldMkLst>
          <pc:docMk/>
          <pc:sldMk cId="3247180346" sldId="342"/>
        </pc:sldMkLst>
        <pc:spChg chg="del mod ord">
          <ac:chgData name="Viet-Hung Nguyen" userId="88ab1737-f544-455f-9872-7aa9eb73f0ba" providerId="ADAL" clId="{BD9A8566-4E49-4667-9FC5-ECD98156A717}" dt="2024-11-15T19:22:30.655" v="1" actId="700"/>
          <ac:spMkLst>
            <pc:docMk/>
            <pc:sldMk cId="3247180346" sldId="342"/>
            <ac:spMk id="2" creationId="{AB8A9E22-23B0-3416-E01A-05F909B9D71E}"/>
          </ac:spMkLst>
        </pc:spChg>
        <pc:spChg chg="del mod ord">
          <ac:chgData name="Viet-Hung Nguyen" userId="88ab1737-f544-455f-9872-7aa9eb73f0ba" providerId="ADAL" clId="{BD9A8566-4E49-4667-9FC5-ECD98156A717}" dt="2024-11-15T19:22:30.655" v="1" actId="700"/>
          <ac:spMkLst>
            <pc:docMk/>
            <pc:sldMk cId="3247180346" sldId="342"/>
            <ac:spMk id="3" creationId="{965BF2B9-B616-E98A-DAA8-6F3F984A1E46}"/>
          </ac:spMkLst>
        </pc:spChg>
        <pc:spChg chg="add del mod ord">
          <ac:chgData name="Viet-Hung Nguyen" userId="88ab1737-f544-455f-9872-7aa9eb73f0ba" providerId="ADAL" clId="{BD9A8566-4E49-4667-9FC5-ECD98156A717}" dt="2024-11-15T19:22:42.902" v="2" actId="26606"/>
          <ac:spMkLst>
            <pc:docMk/>
            <pc:sldMk cId="3247180346" sldId="342"/>
            <ac:spMk id="4" creationId="{7B857C4E-853D-CE88-BEBF-C11C8BA28C2E}"/>
          </ac:spMkLst>
        </pc:spChg>
        <pc:spChg chg="add del mod ord">
          <ac:chgData name="Viet-Hung Nguyen" userId="88ab1737-f544-455f-9872-7aa9eb73f0ba" providerId="ADAL" clId="{BD9A8566-4E49-4667-9FC5-ECD98156A717}" dt="2024-11-15T19:22:42.902" v="2" actId="26606"/>
          <ac:spMkLst>
            <pc:docMk/>
            <pc:sldMk cId="3247180346" sldId="342"/>
            <ac:spMk id="5" creationId="{52917EC5-196D-C2D3-02F9-B2978147D3B6}"/>
          </ac:spMkLst>
        </pc:spChg>
        <pc:spChg chg="add mod">
          <ac:chgData name="Viet-Hung Nguyen" userId="88ab1737-f544-455f-9872-7aa9eb73f0ba" providerId="ADAL" clId="{BD9A8566-4E49-4667-9FC5-ECD98156A717}" dt="2024-11-15T19:25:05.814" v="56" actId="948"/>
          <ac:spMkLst>
            <pc:docMk/>
            <pc:sldMk cId="3247180346" sldId="342"/>
            <ac:spMk id="10" creationId="{50EAD2AD-B8EC-94DC-CBFA-09AD782962A4}"/>
          </ac:spMkLst>
        </pc:spChg>
      </pc:sldChg>
      <pc:sldChg chg="delSp modSp new mod">
        <pc:chgData name="Viet-Hung Nguyen" userId="88ab1737-f544-455f-9872-7aa9eb73f0ba" providerId="ADAL" clId="{BD9A8566-4E49-4667-9FC5-ECD98156A717}" dt="2024-11-15T19:27:01.474" v="75" actId="478"/>
        <pc:sldMkLst>
          <pc:docMk/>
          <pc:sldMk cId="1793217444" sldId="343"/>
        </pc:sldMkLst>
        <pc:spChg chg="mod">
          <ac:chgData name="Viet-Hung Nguyen" userId="88ab1737-f544-455f-9872-7aa9eb73f0ba" providerId="ADAL" clId="{BD9A8566-4E49-4667-9FC5-ECD98156A717}" dt="2024-11-15T19:26:46.108" v="74" actId="20577"/>
          <ac:spMkLst>
            <pc:docMk/>
            <pc:sldMk cId="1793217444" sldId="343"/>
            <ac:spMk id="2" creationId="{9A5371B5-8402-3823-2E11-4CEB4CE6E275}"/>
          </ac:spMkLst>
        </pc:spChg>
        <pc:spChg chg="del">
          <ac:chgData name="Viet-Hung Nguyen" userId="88ab1737-f544-455f-9872-7aa9eb73f0ba" providerId="ADAL" clId="{BD9A8566-4E49-4667-9FC5-ECD98156A717}" dt="2024-11-15T19:27:01.474" v="75" actId="478"/>
          <ac:spMkLst>
            <pc:docMk/>
            <pc:sldMk cId="1793217444" sldId="343"/>
            <ac:spMk id="3" creationId="{0D46AC86-2EF2-5B06-945F-A03388FC24AF}"/>
          </ac:spMkLst>
        </pc:spChg>
      </pc:sldChg>
      <pc:sldChg chg="addSp delSp modSp add mod modClrScheme modAnim chgLayout">
        <pc:chgData name="Viet-Hung Nguyen" userId="88ab1737-f544-455f-9872-7aa9eb73f0ba" providerId="ADAL" clId="{BD9A8566-4E49-4667-9FC5-ECD98156A717}" dt="2024-11-19T17:56:58.784" v="3036"/>
        <pc:sldMkLst>
          <pc:docMk/>
          <pc:sldMk cId="747504353" sldId="344"/>
        </pc:sldMkLst>
        <pc:spChg chg="add del mod ord">
          <ac:chgData name="Viet-Hung Nguyen" userId="88ab1737-f544-455f-9872-7aa9eb73f0ba" providerId="ADAL" clId="{BD9A8566-4E49-4667-9FC5-ECD98156A717}" dt="2024-11-15T19:29:31.049" v="85" actId="478"/>
          <ac:spMkLst>
            <pc:docMk/>
            <pc:sldMk cId="747504353" sldId="344"/>
            <ac:spMk id="2" creationId="{3F4EEAE4-0A2B-0ED1-C80A-195EC5D5DCBB}"/>
          </ac:spMkLst>
        </pc:spChg>
        <pc:spChg chg="add mod">
          <ac:chgData name="Viet-Hung Nguyen" userId="88ab1737-f544-455f-9872-7aa9eb73f0ba" providerId="ADAL" clId="{BD9A8566-4E49-4667-9FC5-ECD98156A717}" dt="2024-11-19T17:56:13.978" v="2995"/>
          <ac:spMkLst>
            <pc:docMk/>
            <pc:sldMk cId="747504353" sldId="344"/>
            <ac:spMk id="2" creationId="{C6946F7C-6305-5A35-38F5-57F8B962E886}"/>
          </ac:spMkLst>
        </pc:spChg>
        <pc:spChg chg="add del mod ord">
          <ac:chgData name="Viet-Hung Nguyen" userId="88ab1737-f544-455f-9872-7aa9eb73f0ba" providerId="ADAL" clId="{BD9A8566-4E49-4667-9FC5-ECD98156A717}" dt="2024-11-15T19:29:33.438" v="86" actId="478"/>
          <ac:spMkLst>
            <pc:docMk/>
            <pc:sldMk cId="747504353" sldId="344"/>
            <ac:spMk id="3" creationId="{102B5678-0C1B-AD8B-4A99-85CE3830E75A}"/>
          </ac:spMkLst>
        </pc:spChg>
        <pc:spChg chg="mod ord">
          <ac:chgData name="Viet-Hung Nguyen" userId="88ab1737-f544-455f-9872-7aa9eb73f0ba" providerId="ADAL" clId="{BD9A8566-4E49-4667-9FC5-ECD98156A717}" dt="2024-11-15T19:29:26.999" v="84" actId="700"/>
          <ac:spMkLst>
            <pc:docMk/>
            <pc:sldMk cId="747504353" sldId="344"/>
            <ac:spMk id="4" creationId="{DFF3C991-0D61-F455-E121-4290B1262867}"/>
          </ac:spMkLst>
        </pc:spChg>
        <pc:spChg chg="add mod">
          <ac:chgData name="Viet-Hung Nguyen" userId="88ab1737-f544-455f-9872-7aa9eb73f0ba" providerId="ADAL" clId="{BD9A8566-4E49-4667-9FC5-ECD98156A717}" dt="2024-11-19T17:56:46.406" v="3035" actId="1038"/>
          <ac:spMkLst>
            <pc:docMk/>
            <pc:sldMk cId="747504353" sldId="344"/>
            <ac:spMk id="5" creationId="{CDC666DD-F354-67C4-8FBE-079E9797003E}"/>
          </ac:spMkLst>
        </pc:spChg>
        <pc:spChg chg="mod ord">
          <ac:chgData name="Viet-Hung Nguyen" userId="88ab1737-f544-455f-9872-7aa9eb73f0ba" providerId="ADAL" clId="{BD9A8566-4E49-4667-9FC5-ECD98156A717}" dt="2024-11-19T17:56:31.641" v="3030" actId="14100"/>
          <ac:spMkLst>
            <pc:docMk/>
            <pc:sldMk cId="747504353" sldId="344"/>
            <ac:spMk id="6" creationId="{A5A132A8-4359-00DC-3ECA-50650DB67185}"/>
          </ac:spMkLst>
        </pc:spChg>
        <pc:cxnChg chg="add mod">
          <ac:chgData name="Viet-Hung Nguyen" userId="88ab1737-f544-455f-9872-7aa9eb73f0ba" providerId="ADAL" clId="{BD9A8566-4E49-4667-9FC5-ECD98156A717}" dt="2024-11-19T17:56:13.978" v="2995"/>
          <ac:cxnSpMkLst>
            <pc:docMk/>
            <pc:sldMk cId="747504353" sldId="344"/>
            <ac:cxnSpMk id="3" creationId="{FD7A5A91-359A-C6E3-5BE2-781CD7D4ADC8}"/>
          </ac:cxnSpMkLst>
        </pc:cxnChg>
        <pc:cxnChg chg="add mod">
          <ac:chgData name="Viet-Hung Nguyen" userId="88ab1737-f544-455f-9872-7aa9eb73f0ba" providerId="ADAL" clId="{BD9A8566-4E49-4667-9FC5-ECD98156A717}" dt="2024-11-19T17:56:46.406" v="3035" actId="1038"/>
          <ac:cxnSpMkLst>
            <pc:docMk/>
            <pc:sldMk cId="747504353" sldId="344"/>
            <ac:cxnSpMk id="7" creationId="{F209187D-E7BB-C1F8-AED7-83858243CC1C}"/>
          </ac:cxnSpMkLst>
        </pc:cxnChg>
      </pc:sldChg>
      <pc:sldChg chg="modSp new mod">
        <pc:chgData name="Viet-Hung Nguyen" userId="88ab1737-f544-455f-9872-7aa9eb73f0ba" providerId="ADAL" clId="{BD9A8566-4E49-4667-9FC5-ECD98156A717}" dt="2024-11-15T19:31:24.843" v="103" actId="20577"/>
        <pc:sldMkLst>
          <pc:docMk/>
          <pc:sldMk cId="116899514" sldId="345"/>
        </pc:sldMkLst>
        <pc:spChg chg="mod">
          <ac:chgData name="Viet-Hung Nguyen" userId="88ab1737-f544-455f-9872-7aa9eb73f0ba" providerId="ADAL" clId="{BD9A8566-4E49-4667-9FC5-ECD98156A717}" dt="2024-11-15T19:31:24.843" v="103" actId="20577"/>
          <ac:spMkLst>
            <pc:docMk/>
            <pc:sldMk cId="116899514" sldId="345"/>
            <ac:spMk id="2" creationId="{19FFC4BD-2E90-4A94-284C-AF31543D548B}"/>
          </ac:spMkLst>
        </pc:spChg>
      </pc:sldChg>
      <pc:sldChg chg="addSp delSp modSp new del mod modAnim modNotesTx">
        <pc:chgData name="Viet-Hung Nguyen" userId="88ab1737-f544-455f-9872-7aa9eb73f0ba" providerId="ADAL" clId="{BD9A8566-4E49-4667-9FC5-ECD98156A717}" dt="2024-11-15T20:47:45.608" v="1613" actId="47"/>
        <pc:sldMkLst>
          <pc:docMk/>
          <pc:sldMk cId="591961304" sldId="346"/>
        </pc:sldMkLst>
        <pc:spChg chg="del">
          <ac:chgData name="Viet-Hung Nguyen" userId="88ab1737-f544-455f-9872-7aa9eb73f0ba" providerId="ADAL" clId="{BD9A8566-4E49-4667-9FC5-ECD98156A717}" dt="2024-11-15T19:37:53.393" v="107" actId="478"/>
          <ac:spMkLst>
            <pc:docMk/>
            <pc:sldMk cId="591961304" sldId="346"/>
            <ac:spMk id="2" creationId="{1F276252-2F21-253C-D17E-A5827B59FEFE}"/>
          </ac:spMkLst>
        </pc:spChg>
        <pc:spChg chg="del">
          <ac:chgData name="Viet-Hung Nguyen" userId="88ab1737-f544-455f-9872-7aa9eb73f0ba" providerId="ADAL" clId="{BD9A8566-4E49-4667-9FC5-ECD98156A717}" dt="2024-11-15T19:37:53.393" v="107" actId="478"/>
          <ac:spMkLst>
            <pc:docMk/>
            <pc:sldMk cId="591961304" sldId="346"/>
            <ac:spMk id="3" creationId="{CFE3ABC9-5D79-DAA6-6F17-0496A5687E77}"/>
          </ac:spMkLst>
        </pc:spChg>
        <pc:spChg chg="add mod">
          <ac:chgData name="Viet-Hung Nguyen" userId="88ab1737-f544-455f-9872-7aa9eb73f0ba" providerId="ADAL" clId="{BD9A8566-4E49-4667-9FC5-ECD98156A717}" dt="2024-11-15T19:48:27.566" v="151"/>
          <ac:spMkLst>
            <pc:docMk/>
            <pc:sldMk cId="591961304" sldId="346"/>
            <ac:spMk id="7" creationId="{DC8EDA1F-BFC5-B8A0-C157-A5F7911666DA}"/>
          </ac:spMkLst>
        </pc:spChg>
        <pc:spChg chg="add del mod">
          <ac:chgData name="Viet-Hung Nguyen" userId="88ab1737-f544-455f-9872-7aa9eb73f0ba" providerId="ADAL" clId="{BD9A8566-4E49-4667-9FC5-ECD98156A717}" dt="2024-11-15T19:58:51.377" v="547" actId="478"/>
          <ac:spMkLst>
            <pc:docMk/>
            <pc:sldMk cId="591961304" sldId="346"/>
            <ac:spMk id="10" creationId="{EEFE8A06-33B8-15D8-5B29-1881854163E9}"/>
          </ac:spMkLst>
        </pc:spChg>
        <pc:spChg chg="add mod">
          <ac:chgData name="Viet-Hung Nguyen" userId="88ab1737-f544-455f-9872-7aa9eb73f0ba" providerId="ADAL" clId="{BD9A8566-4E49-4667-9FC5-ECD98156A717}" dt="2024-11-15T20:12:18.042" v="958" actId="1076"/>
          <ac:spMkLst>
            <pc:docMk/>
            <pc:sldMk cId="591961304" sldId="346"/>
            <ac:spMk id="15" creationId="{B70483D1-C59D-D507-3A64-956EDA88C7D1}"/>
          </ac:spMkLst>
        </pc:spChg>
        <pc:spChg chg="add">
          <ac:chgData name="Viet-Hung Nguyen" userId="88ab1737-f544-455f-9872-7aa9eb73f0ba" providerId="ADAL" clId="{BD9A8566-4E49-4667-9FC5-ECD98156A717}" dt="2024-11-15T20:12:29.362" v="959"/>
          <ac:spMkLst>
            <pc:docMk/>
            <pc:sldMk cId="591961304" sldId="346"/>
            <ac:spMk id="16" creationId="{FC9BABD2-0B65-023F-43EC-14753C012646}"/>
          </ac:spMkLst>
        </pc:spChg>
        <pc:graphicFrameChg chg="add del mod">
          <ac:chgData name="Viet-Hung Nguyen" userId="88ab1737-f544-455f-9872-7aa9eb73f0ba" providerId="ADAL" clId="{BD9A8566-4E49-4667-9FC5-ECD98156A717}" dt="2024-11-15T19:58:48.687" v="546" actId="478"/>
          <ac:graphicFrameMkLst>
            <pc:docMk/>
            <pc:sldMk cId="591961304" sldId="346"/>
            <ac:graphicFrameMk id="8" creationId="{A2D0A42C-5044-F32A-6552-914D21B6DC8A}"/>
          </ac:graphicFrameMkLst>
        </pc:graphicFrameChg>
        <pc:picChg chg="add mod">
          <ac:chgData name="Viet-Hung Nguyen" userId="88ab1737-f544-455f-9872-7aa9eb73f0ba" providerId="ADAL" clId="{BD9A8566-4E49-4667-9FC5-ECD98156A717}" dt="2024-11-15T20:28:32.527" v="1229" actId="1036"/>
          <ac:picMkLst>
            <pc:docMk/>
            <pc:sldMk cId="591961304" sldId="346"/>
            <ac:picMk id="11" creationId="{53E618E8-FF40-D30E-BD2B-8839285A1B3A}"/>
          </ac:picMkLst>
        </pc:picChg>
        <pc:picChg chg="add mod">
          <ac:chgData name="Viet-Hung Nguyen" userId="88ab1737-f544-455f-9872-7aa9eb73f0ba" providerId="ADAL" clId="{BD9A8566-4E49-4667-9FC5-ECD98156A717}" dt="2024-11-15T20:28:32.527" v="1229" actId="1036"/>
          <ac:picMkLst>
            <pc:docMk/>
            <pc:sldMk cId="591961304" sldId="346"/>
            <ac:picMk id="12" creationId="{35EFA688-AD01-EFE4-D844-E158FD59A189}"/>
          </ac:picMkLst>
        </pc:picChg>
        <pc:picChg chg="add del mod">
          <ac:chgData name="Viet-Hung Nguyen" userId="88ab1737-f544-455f-9872-7aa9eb73f0ba" providerId="ADAL" clId="{BD9A8566-4E49-4667-9FC5-ECD98156A717}" dt="2024-11-15T20:03:48.630" v="954" actId="478"/>
          <ac:picMkLst>
            <pc:docMk/>
            <pc:sldMk cId="591961304" sldId="346"/>
            <ac:picMk id="13" creationId="{90463AB5-03A4-8433-0FBB-9B748DB1725F}"/>
          </ac:picMkLst>
        </pc:picChg>
        <pc:picChg chg="add del mod">
          <ac:chgData name="Viet-Hung Nguyen" userId="88ab1737-f544-455f-9872-7aa9eb73f0ba" providerId="ADAL" clId="{BD9A8566-4E49-4667-9FC5-ECD98156A717}" dt="2024-11-15T20:03:50.280" v="955" actId="478"/>
          <ac:picMkLst>
            <pc:docMk/>
            <pc:sldMk cId="591961304" sldId="346"/>
            <ac:picMk id="14" creationId="{ED33CA6F-F67A-800E-1B8C-05250B34B2F2}"/>
          </ac:picMkLst>
        </pc:picChg>
        <pc:picChg chg="add mod">
          <ac:chgData name="Viet-Hung Nguyen" userId="88ab1737-f544-455f-9872-7aa9eb73f0ba" providerId="ADAL" clId="{BD9A8566-4E49-4667-9FC5-ECD98156A717}" dt="2024-11-15T20:28:32.527" v="1229" actId="1036"/>
          <ac:picMkLst>
            <pc:docMk/>
            <pc:sldMk cId="591961304" sldId="346"/>
            <ac:picMk id="17" creationId="{C7136C22-B7FD-9F83-3A29-12774A0189D7}"/>
          </ac:picMkLst>
        </pc:picChg>
        <pc:picChg chg="add mod">
          <ac:chgData name="Viet-Hung Nguyen" userId="88ab1737-f544-455f-9872-7aa9eb73f0ba" providerId="ADAL" clId="{BD9A8566-4E49-4667-9FC5-ECD98156A717}" dt="2024-11-15T20:12:18.042" v="958" actId="1076"/>
          <ac:picMkLst>
            <pc:docMk/>
            <pc:sldMk cId="591961304" sldId="346"/>
            <ac:picMk id="1026" creationId="{82535804-47CE-1A64-FF78-745295AC0D09}"/>
          </ac:picMkLst>
        </pc:picChg>
        <pc:picChg chg="add">
          <ac:chgData name="Viet-Hung Nguyen" userId="88ab1737-f544-455f-9872-7aa9eb73f0ba" providerId="ADAL" clId="{BD9A8566-4E49-4667-9FC5-ECD98156A717}" dt="2024-11-15T20:12:29.362" v="959"/>
          <ac:picMkLst>
            <pc:docMk/>
            <pc:sldMk cId="591961304" sldId="346"/>
            <ac:picMk id="1028" creationId="{1409BC84-180D-70EC-0FAC-F7831E65F16B}"/>
          </ac:picMkLst>
        </pc:picChg>
      </pc:sldChg>
      <pc:sldChg chg="addSp delSp modSp add mod modAnim modNotesTx">
        <pc:chgData name="Viet-Hung Nguyen" userId="88ab1737-f544-455f-9872-7aa9eb73f0ba" providerId="ADAL" clId="{BD9A8566-4E49-4667-9FC5-ECD98156A717}" dt="2024-11-19T18:19:12.940" v="3094" actId="20577"/>
        <pc:sldMkLst>
          <pc:docMk/>
          <pc:sldMk cId="1751645218" sldId="347"/>
        </pc:sldMkLst>
        <pc:spChg chg="add mod">
          <ac:chgData name="Viet-Hung Nguyen" userId="88ab1737-f544-455f-9872-7aa9eb73f0ba" providerId="ADAL" clId="{BD9A8566-4E49-4667-9FC5-ECD98156A717}" dt="2024-11-15T20:36:27.510" v="1368"/>
          <ac:spMkLst>
            <pc:docMk/>
            <pc:sldMk cId="1751645218" sldId="347"/>
            <ac:spMk id="2" creationId="{3E39ABE3-1D6F-CF55-5729-A015700A59EC}"/>
          </ac:spMkLst>
        </pc:spChg>
        <pc:spChg chg="add del mod">
          <ac:chgData name="Viet-Hung Nguyen" userId="88ab1737-f544-455f-9872-7aa9eb73f0ba" providerId="ADAL" clId="{BD9A8566-4E49-4667-9FC5-ECD98156A717}" dt="2024-11-15T20:42:18.293" v="1420" actId="478"/>
          <ac:spMkLst>
            <pc:docMk/>
            <pc:sldMk cId="1751645218" sldId="347"/>
            <ac:spMk id="3" creationId="{19AF6D6E-8ECA-9C42-7810-754BE5193E80}"/>
          </ac:spMkLst>
        </pc:spChg>
        <pc:spChg chg="add del mod">
          <ac:chgData name="Viet-Hung Nguyen" userId="88ab1737-f544-455f-9872-7aa9eb73f0ba" providerId="ADAL" clId="{BD9A8566-4E49-4667-9FC5-ECD98156A717}" dt="2024-11-15T20:43:36.015" v="1443" actId="478"/>
          <ac:spMkLst>
            <pc:docMk/>
            <pc:sldMk cId="1751645218" sldId="347"/>
            <ac:spMk id="5" creationId="{ABB86656-E3C6-FEB5-4E49-60632BE2E2FD}"/>
          </ac:spMkLst>
        </pc:spChg>
        <pc:picChg chg="add mod">
          <ac:chgData name="Viet-Hung Nguyen" userId="88ab1737-f544-455f-9872-7aa9eb73f0ba" providerId="ADAL" clId="{BD9A8566-4E49-4667-9FC5-ECD98156A717}" dt="2024-11-16T18:47:18.356" v="1755" actId="1038"/>
          <ac:picMkLst>
            <pc:docMk/>
            <pc:sldMk cId="1751645218" sldId="347"/>
            <ac:picMk id="3" creationId="{CDABD37D-340B-6908-BC64-99B30FB71615}"/>
          </ac:picMkLst>
        </pc:picChg>
        <pc:picChg chg="add mod">
          <ac:chgData name="Viet-Hung Nguyen" userId="88ab1737-f544-455f-9872-7aa9eb73f0ba" providerId="ADAL" clId="{BD9A8566-4E49-4667-9FC5-ECD98156A717}" dt="2024-11-16T18:45:29.633" v="1716"/>
          <ac:picMkLst>
            <pc:docMk/>
            <pc:sldMk cId="1751645218" sldId="347"/>
            <ac:picMk id="5" creationId="{FF23700A-65AD-6BDD-FAAA-926D70E85245}"/>
          </ac:picMkLst>
        </pc:picChg>
        <pc:picChg chg="del">
          <ac:chgData name="Viet-Hung Nguyen" userId="88ab1737-f544-455f-9872-7aa9eb73f0ba" providerId="ADAL" clId="{BD9A8566-4E49-4667-9FC5-ECD98156A717}" dt="2024-11-15T20:17:43.777" v="988" actId="478"/>
          <ac:picMkLst>
            <pc:docMk/>
            <pc:sldMk cId="1751645218" sldId="347"/>
            <ac:picMk id="11" creationId="{89B436A2-C74F-C444-17B6-5A9BB01B869F}"/>
          </ac:picMkLst>
        </pc:picChg>
        <pc:picChg chg="del">
          <ac:chgData name="Viet-Hung Nguyen" userId="88ab1737-f544-455f-9872-7aa9eb73f0ba" providerId="ADAL" clId="{BD9A8566-4E49-4667-9FC5-ECD98156A717}" dt="2024-11-15T20:17:45.427" v="989" actId="478"/>
          <ac:picMkLst>
            <pc:docMk/>
            <pc:sldMk cId="1751645218" sldId="347"/>
            <ac:picMk id="12" creationId="{01885E56-1F26-E860-FC3C-C5081CFA48A3}"/>
          </ac:picMkLst>
        </pc:picChg>
        <pc:picChg chg="mod">
          <ac:chgData name="Viet-Hung Nguyen" userId="88ab1737-f544-455f-9872-7aa9eb73f0ba" providerId="ADAL" clId="{BD9A8566-4E49-4667-9FC5-ECD98156A717}" dt="2024-11-15T20:37:51.993" v="1416" actId="1076"/>
          <ac:picMkLst>
            <pc:docMk/>
            <pc:sldMk cId="1751645218" sldId="347"/>
            <ac:picMk id="13" creationId="{C1F02AFF-2707-BBF5-38B6-9156C6A57A4D}"/>
          </ac:picMkLst>
        </pc:picChg>
        <pc:picChg chg="mod">
          <ac:chgData name="Viet-Hung Nguyen" userId="88ab1737-f544-455f-9872-7aa9eb73f0ba" providerId="ADAL" clId="{BD9A8566-4E49-4667-9FC5-ECD98156A717}" dt="2024-11-15T20:37:59.041" v="1417" actId="1076"/>
          <ac:picMkLst>
            <pc:docMk/>
            <pc:sldMk cId="1751645218" sldId="347"/>
            <ac:picMk id="14" creationId="{C2A8F7EB-5124-AC53-DFAC-74ED543393F6}"/>
          </ac:picMkLst>
        </pc:picChg>
        <pc:picChg chg="add del mod">
          <ac:chgData name="Viet-Hung Nguyen" userId="88ab1737-f544-455f-9872-7aa9eb73f0ba" providerId="ADAL" clId="{BD9A8566-4E49-4667-9FC5-ECD98156A717}" dt="2024-11-15T20:42:18.293" v="1420" actId="478"/>
          <ac:picMkLst>
            <pc:docMk/>
            <pc:sldMk cId="1751645218" sldId="347"/>
            <ac:picMk id="2050" creationId="{3CF911BC-A1AA-A3EB-4169-10E83E9CBF29}"/>
          </ac:picMkLst>
        </pc:picChg>
        <pc:picChg chg="add del mod">
          <ac:chgData name="Viet-Hung Nguyen" userId="88ab1737-f544-455f-9872-7aa9eb73f0ba" providerId="ADAL" clId="{BD9A8566-4E49-4667-9FC5-ECD98156A717}" dt="2024-11-16T18:45:34.010" v="1718" actId="478"/>
          <ac:picMkLst>
            <pc:docMk/>
            <pc:sldMk cId="1751645218" sldId="347"/>
            <ac:picMk id="2052" creationId="{2F3BD56A-8F88-2C3D-E041-29A8ECED1193}"/>
          </ac:picMkLst>
        </pc:picChg>
      </pc:sldChg>
      <pc:sldChg chg="addSp delSp modSp new mod modClrScheme modAnim chgLayout modNotesTx">
        <pc:chgData name="Viet-Hung Nguyen" userId="88ab1737-f544-455f-9872-7aa9eb73f0ba" providerId="ADAL" clId="{BD9A8566-4E49-4667-9FC5-ECD98156A717}" dt="2024-11-16T19:09:50.381" v="2219" actId="20577"/>
        <pc:sldMkLst>
          <pc:docMk/>
          <pc:sldMk cId="3707599011" sldId="348"/>
        </pc:sldMkLst>
        <pc:spChg chg="del mod ord">
          <ac:chgData name="Viet-Hung Nguyen" userId="88ab1737-f544-455f-9872-7aa9eb73f0ba" providerId="ADAL" clId="{BD9A8566-4E49-4667-9FC5-ECD98156A717}" dt="2024-11-15T20:34:18.814" v="1270" actId="700"/>
          <ac:spMkLst>
            <pc:docMk/>
            <pc:sldMk cId="3707599011" sldId="348"/>
            <ac:spMk id="2" creationId="{7706BA11-8844-BE61-D3A8-2CC73110FBB3}"/>
          </ac:spMkLst>
        </pc:spChg>
        <pc:spChg chg="del mod ord">
          <ac:chgData name="Viet-Hung Nguyen" userId="88ab1737-f544-455f-9872-7aa9eb73f0ba" providerId="ADAL" clId="{BD9A8566-4E49-4667-9FC5-ECD98156A717}" dt="2024-11-15T20:34:18.814" v="1270" actId="700"/>
          <ac:spMkLst>
            <pc:docMk/>
            <pc:sldMk cId="3707599011" sldId="348"/>
            <ac:spMk id="3" creationId="{51F0562F-4DD4-89BB-A201-D241A508A472}"/>
          </ac:spMkLst>
        </pc:spChg>
        <pc:spChg chg="mod ord">
          <ac:chgData name="Viet-Hung Nguyen" userId="88ab1737-f544-455f-9872-7aa9eb73f0ba" providerId="ADAL" clId="{BD9A8566-4E49-4667-9FC5-ECD98156A717}" dt="2024-11-16T19:03:18.750" v="1772" actId="700"/>
          <ac:spMkLst>
            <pc:docMk/>
            <pc:sldMk cId="3707599011" sldId="348"/>
            <ac:spMk id="4" creationId="{F13481C9-9844-187F-89C4-E16EB32B6FB7}"/>
          </ac:spMkLst>
        </pc:spChg>
        <pc:spChg chg="add del mod ord">
          <ac:chgData name="Viet-Hung Nguyen" userId="88ab1737-f544-455f-9872-7aa9eb73f0ba" providerId="ADAL" clId="{BD9A8566-4E49-4667-9FC5-ECD98156A717}" dt="2024-11-15T20:34:50.749" v="1274" actId="700"/>
          <ac:spMkLst>
            <pc:docMk/>
            <pc:sldMk cId="3707599011" sldId="348"/>
            <ac:spMk id="5" creationId="{DA963486-B6D1-0EEB-BA1B-B769FF227557}"/>
          </ac:spMkLst>
        </pc:spChg>
        <pc:spChg chg="add mod ord">
          <ac:chgData name="Viet-Hung Nguyen" userId="88ab1737-f544-455f-9872-7aa9eb73f0ba" providerId="ADAL" clId="{BD9A8566-4E49-4667-9FC5-ECD98156A717}" dt="2024-11-16T19:09:50.381" v="2219" actId="20577"/>
          <ac:spMkLst>
            <pc:docMk/>
            <pc:sldMk cId="3707599011" sldId="348"/>
            <ac:spMk id="6" creationId="{B69ED89B-083C-CECB-4102-43EF132E42E5}"/>
          </ac:spMkLst>
        </pc:spChg>
        <pc:spChg chg="add del mod ord">
          <ac:chgData name="Viet-Hung Nguyen" userId="88ab1737-f544-455f-9872-7aa9eb73f0ba" providerId="ADAL" clId="{BD9A8566-4E49-4667-9FC5-ECD98156A717}" dt="2024-11-15T20:34:50.749" v="1274" actId="700"/>
          <ac:spMkLst>
            <pc:docMk/>
            <pc:sldMk cId="3707599011" sldId="348"/>
            <ac:spMk id="6" creationId="{BCE4D542-CB8B-89FC-E59F-40C0527CB596}"/>
          </ac:spMkLst>
        </pc:spChg>
        <pc:spChg chg="add del mod ord">
          <ac:chgData name="Viet-Hung Nguyen" userId="88ab1737-f544-455f-9872-7aa9eb73f0ba" providerId="ADAL" clId="{BD9A8566-4E49-4667-9FC5-ECD98156A717}" dt="2024-11-16T19:03:46.887" v="1857" actId="478"/>
          <ac:spMkLst>
            <pc:docMk/>
            <pc:sldMk cId="3707599011" sldId="348"/>
            <ac:spMk id="7" creationId="{558B6680-F610-9260-4150-2F6BE651A8A2}"/>
          </ac:spMkLst>
        </pc:spChg>
        <pc:spChg chg="add del mod ord">
          <ac:chgData name="Viet-Hung Nguyen" userId="88ab1737-f544-455f-9872-7aa9eb73f0ba" providerId="ADAL" clId="{BD9A8566-4E49-4667-9FC5-ECD98156A717}" dt="2024-11-15T20:34:50.749" v="1274" actId="700"/>
          <ac:spMkLst>
            <pc:docMk/>
            <pc:sldMk cId="3707599011" sldId="348"/>
            <ac:spMk id="7" creationId="{DE371517-6637-061C-D50C-DDF67F6CA8F6}"/>
          </ac:spMkLst>
        </pc:spChg>
        <pc:spChg chg="add del mod ord">
          <ac:chgData name="Viet-Hung Nguyen" userId="88ab1737-f544-455f-9872-7aa9eb73f0ba" providerId="ADAL" clId="{BD9A8566-4E49-4667-9FC5-ECD98156A717}" dt="2024-11-16T18:40:12.161" v="1705" actId="478"/>
          <ac:spMkLst>
            <pc:docMk/>
            <pc:sldMk cId="3707599011" sldId="348"/>
            <ac:spMk id="8" creationId="{43E2E958-753D-85AD-B47A-EBFFC44C83CA}"/>
          </ac:spMkLst>
        </pc:spChg>
        <pc:spChg chg="add del mod ord">
          <ac:chgData name="Viet-Hung Nguyen" userId="88ab1737-f544-455f-9872-7aa9eb73f0ba" providerId="ADAL" clId="{BD9A8566-4E49-4667-9FC5-ECD98156A717}" dt="2024-11-16T18:40:13.473" v="1706" actId="478"/>
          <ac:spMkLst>
            <pc:docMk/>
            <pc:sldMk cId="3707599011" sldId="348"/>
            <ac:spMk id="9" creationId="{1E46AF01-BECB-D5A7-B081-8CCDEE726F84}"/>
          </ac:spMkLst>
        </pc:spChg>
        <pc:spChg chg="add mod">
          <ac:chgData name="Viet-Hung Nguyen" userId="88ab1737-f544-455f-9872-7aa9eb73f0ba" providerId="ADAL" clId="{BD9A8566-4E49-4667-9FC5-ECD98156A717}" dt="2024-11-16T19:09:40.740" v="2189" actId="20577"/>
          <ac:spMkLst>
            <pc:docMk/>
            <pc:sldMk cId="3707599011" sldId="348"/>
            <ac:spMk id="10" creationId="{B3AFBFF0-CB34-8665-DF61-B19DB270CB70}"/>
          </ac:spMkLst>
        </pc:spChg>
        <pc:spChg chg="add del mod">
          <ac:chgData name="Viet-Hung Nguyen" userId="88ab1737-f544-455f-9872-7aa9eb73f0ba" providerId="ADAL" clId="{BD9A8566-4E49-4667-9FC5-ECD98156A717}" dt="2024-11-15T20:34:57.997" v="1276" actId="26606"/>
          <ac:spMkLst>
            <pc:docMk/>
            <pc:sldMk cId="3707599011" sldId="348"/>
            <ac:spMk id="14" creationId="{67A5DA1E-227C-0BF3-929F-D5706E1E7C2A}"/>
          </ac:spMkLst>
        </pc:spChg>
        <pc:spChg chg="add del mod">
          <ac:chgData name="Viet-Hung Nguyen" userId="88ab1737-f544-455f-9872-7aa9eb73f0ba" providerId="ADAL" clId="{BD9A8566-4E49-4667-9FC5-ECD98156A717}" dt="2024-11-15T20:34:57.997" v="1276" actId="26606"/>
          <ac:spMkLst>
            <pc:docMk/>
            <pc:sldMk cId="3707599011" sldId="348"/>
            <ac:spMk id="16" creationId="{1C0CB753-B60E-9820-5CF2-553BC264BF71}"/>
          </ac:spMkLst>
        </pc:spChg>
        <pc:picChg chg="add mod">
          <ac:chgData name="Viet-Hung Nguyen" userId="88ab1737-f544-455f-9872-7aa9eb73f0ba" providerId="ADAL" clId="{BD9A8566-4E49-4667-9FC5-ECD98156A717}" dt="2024-11-16T18:42:05.309" v="1713" actId="1440"/>
          <ac:picMkLst>
            <pc:docMk/>
            <pc:sldMk cId="3707599011" sldId="348"/>
            <ac:picMk id="2" creationId="{DEC91F5E-9662-A4D0-266C-8709D8DF0DCD}"/>
          </ac:picMkLst>
        </pc:picChg>
        <pc:picChg chg="add mod">
          <ac:chgData name="Viet-Hung Nguyen" userId="88ab1737-f544-455f-9872-7aa9eb73f0ba" providerId="ADAL" clId="{BD9A8566-4E49-4667-9FC5-ECD98156A717}" dt="2024-11-16T18:42:05.309" v="1713" actId="1440"/>
          <ac:picMkLst>
            <pc:docMk/>
            <pc:sldMk cId="3707599011" sldId="348"/>
            <ac:picMk id="3" creationId="{EF5A8B7A-3BAD-AA85-E373-DCA192BB5EDF}"/>
          </ac:picMkLst>
        </pc:picChg>
        <pc:picChg chg="add mod">
          <ac:chgData name="Viet-Hung Nguyen" userId="88ab1737-f544-455f-9872-7aa9eb73f0ba" providerId="ADAL" clId="{BD9A8566-4E49-4667-9FC5-ECD98156A717}" dt="2024-11-16T18:42:05.309" v="1713" actId="1440"/>
          <ac:picMkLst>
            <pc:docMk/>
            <pc:sldMk cId="3707599011" sldId="348"/>
            <ac:picMk id="5" creationId="{B936303A-3BAD-59A7-E16E-6EB5F980431D}"/>
          </ac:picMkLst>
        </pc:picChg>
      </pc:sldChg>
      <pc:sldChg chg="addSp delSp modSp add mod chgLayout modNotesTx">
        <pc:chgData name="Viet-Hung Nguyen" userId="88ab1737-f544-455f-9872-7aa9eb73f0ba" providerId="ADAL" clId="{BD9A8566-4E49-4667-9FC5-ECD98156A717}" dt="2024-11-19T17:20:45.077" v="2389" actId="20577"/>
        <pc:sldMkLst>
          <pc:docMk/>
          <pc:sldMk cId="4007190084" sldId="349"/>
        </pc:sldMkLst>
        <pc:spChg chg="add mod ord">
          <ac:chgData name="Viet-Hung Nguyen" userId="88ab1737-f544-455f-9872-7aa9eb73f0ba" providerId="ADAL" clId="{BD9A8566-4E49-4667-9FC5-ECD98156A717}" dt="2024-11-15T20:35:51.463" v="1346" actId="1035"/>
          <ac:spMkLst>
            <pc:docMk/>
            <pc:sldMk cId="4007190084" sldId="349"/>
            <ac:spMk id="2" creationId="{AC5ECDF9-334B-A2EB-CE37-5FE21BFA0348}"/>
          </ac:spMkLst>
        </pc:spChg>
        <pc:spChg chg="add del mod ord">
          <ac:chgData name="Viet-Hung Nguyen" userId="88ab1737-f544-455f-9872-7aa9eb73f0ba" providerId="ADAL" clId="{BD9A8566-4E49-4667-9FC5-ECD98156A717}" dt="2024-11-15T20:35:29.484" v="1304" actId="478"/>
          <ac:spMkLst>
            <pc:docMk/>
            <pc:sldMk cId="4007190084" sldId="349"/>
            <ac:spMk id="3" creationId="{2F32AEC7-EEB2-187E-3747-C62F265B8DDA}"/>
          </ac:spMkLst>
        </pc:spChg>
        <pc:spChg chg="mod ord">
          <ac:chgData name="Viet-Hung Nguyen" userId="88ab1737-f544-455f-9872-7aa9eb73f0ba" providerId="ADAL" clId="{BD9A8566-4E49-4667-9FC5-ECD98156A717}" dt="2024-11-15T20:35:21.365" v="1291" actId="700"/>
          <ac:spMkLst>
            <pc:docMk/>
            <pc:sldMk cId="4007190084" sldId="349"/>
            <ac:spMk id="4" creationId="{EBEFD550-3A76-E123-4953-E2B360BA1D39}"/>
          </ac:spMkLst>
        </pc:spChg>
        <pc:picChg chg="mod">
          <ac:chgData name="Viet-Hung Nguyen" userId="88ab1737-f544-455f-9872-7aa9eb73f0ba" providerId="ADAL" clId="{BD9A8566-4E49-4667-9FC5-ECD98156A717}" dt="2024-11-15T20:36:14.026" v="1367" actId="1035"/>
          <ac:picMkLst>
            <pc:docMk/>
            <pc:sldMk cId="4007190084" sldId="349"/>
            <ac:picMk id="11" creationId="{F64B9626-CF86-27BB-8096-33E8770C9F86}"/>
          </ac:picMkLst>
        </pc:picChg>
        <pc:picChg chg="mod">
          <ac:chgData name="Viet-Hung Nguyen" userId="88ab1737-f544-455f-9872-7aa9eb73f0ba" providerId="ADAL" clId="{BD9A8566-4E49-4667-9FC5-ECD98156A717}" dt="2024-11-15T20:36:05.731" v="1360" actId="1035"/>
          <ac:picMkLst>
            <pc:docMk/>
            <pc:sldMk cId="4007190084" sldId="349"/>
            <ac:picMk id="12" creationId="{CD07362E-5071-9B14-9589-F95A2ECE5A50}"/>
          </ac:picMkLst>
        </pc:picChg>
        <pc:picChg chg="mod">
          <ac:chgData name="Viet-Hung Nguyen" userId="88ab1737-f544-455f-9872-7aa9eb73f0ba" providerId="ADAL" clId="{BD9A8566-4E49-4667-9FC5-ECD98156A717}" dt="2024-11-15T20:36:05.731" v="1360" actId="1035"/>
          <ac:picMkLst>
            <pc:docMk/>
            <pc:sldMk cId="4007190084" sldId="349"/>
            <ac:picMk id="17" creationId="{79CB70D5-6A34-04C4-25DD-84A078DF3357}"/>
          </ac:picMkLst>
        </pc:picChg>
      </pc:sldChg>
      <pc:sldChg chg="delSp modSp new mod delAnim modNotesTx">
        <pc:chgData name="Viet-Hung Nguyen" userId="88ab1737-f544-455f-9872-7aa9eb73f0ba" providerId="ADAL" clId="{BD9A8566-4E49-4667-9FC5-ECD98156A717}" dt="2024-11-20T08:07:06.348" v="5765" actId="1076"/>
        <pc:sldMkLst>
          <pc:docMk/>
          <pc:sldMk cId="1887978364" sldId="350"/>
        </pc:sldMkLst>
        <pc:spChg chg="mod">
          <ac:chgData name="Viet-Hung Nguyen" userId="88ab1737-f544-455f-9872-7aa9eb73f0ba" providerId="ADAL" clId="{BD9A8566-4E49-4667-9FC5-ECD98156A717}" dt="2024-11-16T19:08:07.546" v="2133" actId="20577"/>
          <ac:spMkLst>
            <pc:docMk/>
            <pc:sldMk cId="1887978364" sldId="350"/>
            <ac:spMk id="2" creationId="{D9792D6B-FC2D-BF2A-EFC0-FA1DDC614C9A}"/>
          </ac:spMkLst>
        </pc:spChg>
        <pc:spChg chg="del">
          <ac:chgData name="Viet-Hung Nguyen" userId="88ab1737-f544-455f-9872-7aa9eb73f0ba" providerId="ADAL" clId="{BD9A8566-4E49-4667-9FC5-ECD98156A717}" dt="2024-11-20T08:06:58.481" v="5764" actId="478"/>
          <ac:spMkLst>
            <pc:docMk/>
            <pc:sldMk cId="1887978364" sldId="350"/>
            <ac:spMk id="14" creationId="{45F6DA7F-7AC2-5F1F-91BE-595E085B022F}"/>
          </ac:spMkLst>
        </pc:spChg>
        <pc:picChg chg="mod">
          <ac:chgData name="Viet-Hung Nguyen" userId="88ab1737-f544-455f-9872-7aa9eb73f0ba" providerId="ADAL" clId="{BD9A8566-4E49-4667-9FC5-ECD98156A717}" dt="2024-11-20T08:07:06.348" v="5765" actId="1076"/>
          <ac:picMkLst>
            <pc:docMk/>
            <pc:sldMk cId="1887978364" sldId="350"/>
            <ac:picMk id="18" creationId="{D91BAB45-F23D-C7BB-4B0E-FE152ABCF5A3}"/>
          </ac:picMkLst>
        </pc:picChg>
      </pc:sldChg>
      <pc:sldChg chg="addSp delSp modSp mod addAnim delAnim modAnim chgLayout">
        <pc:chgData name="Viet-Hung Nguyen" userId="88ab1737-f544-455f-9872-7aa9eb73f0ba" providerId="ADAL" clId="{BD9A8566-4E49-4667-9FC5-ECD98156A717}" dt="2024-11-20T07:01:56.792" v="4132" actId="404"/>
        <pc:sldMkLst>
          <pc:docMk/>
          <pc:sldMk cId="2696413979" sldId="351"/>
        </pc:sldMkLst>
        <pc:spChg chg="add mod">
          <ac:chgData name="Viet-Hung Nguyen" userId="88ab1737-f544-455f-9872-7aa9eb73f0ba" providerId="ADAL" clId="{BD9A8566-4E49-4667-9FC5-ECD98156A717}" dt="2024-11-20T06:34:47.425" v="3894" actId="1076"/>
          <ac:spMkLst>
            <pc:docMk/>
            <pc:sldMk cId="2696413979" sldId="351"/>
            <ac:spMk id="2" creationId="{569EA87E-6AC0-C45E-B752-B30F77697648}"/>
          </ac:spMkLst>
        </pc:spChg>
        <pc:spChg chg="mod ord">
          <ac:chgData name="Viet-Hung Nguyen" userId="88ab1737-f544-455f-9872-7aa9eb73f0ba" providerId="ADAL" clId="{BD9A8566-4E49-4667-9FC5-ECD98156A717}" dt="2024-11-20T06:53:06.974" v="4036" actId="700"/>
          <ac:spMkLst>
            <pc:docMk/>
            <pc:sldMk cId="2696413979" sldId="351"/>
            <ac:spMk id="4" creationId="{E39E07F7-9C39-F5B8-1EBE-1387FDCEF24C}"/>
          </ac:spMkLst>
        </pc:spChg>
        <pc:spChg chg="del mod">
          <ac:chgData name="Viet-Hung Nguyen" userId="88ab1737-f544-455f-9872-7aa9eb73f0ba" providerId="ADAL" clId="{BD9A8566-4E49-4667-9FC5-ECD98156A717}" dt="2024-11-20T06:44:17.897" v="3937" actId="21"/>
          <ac:spMkLst>
            <pc:docMk/>
            <pc:sldMk cId="2696413979" sldId="351"/>
            <ac:spMk id="9" creationId="{0CD2260D-E50B-C1FA-358F-0ED310A6155F}"/>
          </ac:spMkLst>
        </pc:spChg>
        <pc:spChg chg="add del mod">
          <ac:chgData name="Viet-Hung Nguyen" userId="88ab1737-f544-455f-9872-7aa9eb73f0ba" providerId="ADAL" clId="{BD9A8566-4E49-4667-9FC5-ECD98156A717}" dt="2024-11-20T06:35:25.301" v="3900" actId="478"/>
          <ac:spMkLst>
            <pc:docMk/>
            <pc:sldMk cId="2696413979" sldId="351"/>
            <ac:spMk id="10" creationId="{C7B71E95-97D1-9752-C5B4-ECDC355AEBBB}"/>
          </ac:spMkLst>
        </pc:spChg>
        <pc:spChg chg="add del mod">
          <ac:chgData name="Viet-Hung Nguyen" userId="88ab1737-f544-455f-9872-7aa9eb73f0ba" providerId="ADAL" clId="{BD9A8566-4E49-4667-9FC5-ECD98156A717}" dt="2024-11-20T06:35:38.223" v="3903" actId="478"/>
          <ac:spMkLst>
            <pc:docMk/>
            <pc:sldMk cId="2696413979" sldId="351"/>
            <ac:spMk id="12" creationId="{FC9D6E42-AE95-7CD0-EABF-45EF0D2EC15D}"/>
          </ac:spMkLst>
        </pc:spChg>
        <pc:spChg chg="mod">
          <ac:chgData name="Viet-Hung Nguyen" userId="88ab1737-f544-455f-9872-7aa9eb73f0ba" providerId="ADAL" clId="{BD9A8566-4E49-4667-9FC5-ECD98156A717}" dt="2024-11-20T06:53:05.159" v="4035" actId="21"/>
          <ac:spMkLst>
            <pc:docMk/>
            <pc:sldMk cId="2696413979" sldId="351"/>
            <ac:spMk id="14" creationId="{565956E3-7820-FA51-6FC8-D6DA142BC5E5}"/>
          </ac:spMkLst>
        </pc:spChg>
        <pc:spChg chg="add del mod ord">
          <ac:chgData name="Viet-Hung Nguyen" userId="88ab1737-f544-455f-9872-7aa9eb73f0ba" providerId="ADAL" clId="{BD9A8566-4E49-4667-9FC5-ECD98156A717}" dt="2024-11-20T06:53:02.237" v="4034" actId="700"/>
          <ac:spMkLst>
            <pc:docMk/>
            <pc:sldMk cId="2696413979" sldId="351"/>
            <ac:spMk id="16" creationId="{0E4005C2-E1FA-7FE6-F40A-003F277B2851}"/>
          </ac:spMkLst>
        </pc:spChg>
        <pc:spChg chg="add del mod ord">
          <ac:chgData name="Viet-Hung Nguyen" userId="88ab1737-f544-455f-9872-7aa9eb73f0ba" providerId="ADAL" clId="{BD9A8566-4E49-4667-9FC5-ECD98156A717}" dt="2024-11-20T06:53:02.237" v="4034" actId="700"/>
          <ac:spMkLst>
            <pc:docMk/>
            <pc:sldMk cId="2696413979" sldId="351"/>
            <ac:spMk id="17" creationId="{759F330E-4107-A251-BB97-A2B2E9D12CC7}"/>
          </ac:spMkLst>
        </pc:spChg>
        <pc:spChg chg="add mod ord">
          <ac:chgData name="Viet-Hung Nguyen" userId="88ab1737-f544-455f-9872-7aa9eb73f0ba" providerId="ADAL" clId="{BD9A8566-4E49-4667-9FC5-ECD98156A717}" dt="2024-11-20T07:01:56.792" v="4132" actId="404"/>
          <ac:spMkLst>
            <pc:docMk/>
            <pc:sldMk cId="2696413979" sldId="351"/>
            <ac:spMk id="18" creationId="{5E6E4E3B-98C5-43B9-A605-13A8AD2B4950}"/>
          </ac:spMkLst>
        </pc:spChg>
        <pc:spChg chg="add del mod ord">
          <ac:chgData name="Viet-Hung Nguyen" userId="88ab1737-f544-455f-9872-7aa9eb73f0ba" providerId="ADAL" clId="{BD9A8566-4E49-4667-9FC5-ECD98156A717}" dt="2024-11-20T06:53:14.182" v="4042"/>
          <ac:spMkLst>
            <pc:docMk/>
            <pc:sldMk cId="2696413979" sldId="351"/>
            <ac:spMk id="19" creationId="{FF39A885-1F60-84C4-BE33-FCCA5325EA7B}"/>
          </ac:spMkLst>
        </pc:spChg>
        <pc:spChg chg="add del mod">
          <ac:chgData name="Viet-Hung Nguyen" userId="88ab1737-f544-455f-9872-7aa9eb73f0ba" providerId="ADAL" clId="{BD9A8566-4E49-4667-9FC5-ECD98156A717}" dt="2024-11-20T06:55:06.053" v="4057"/>
          <ac:spMkLst>
            <pc:docMk/>
            <pc:sldMk cId="2696413979" sldId="351"/>
            <ac:spMk id="22" creationId="{F6780982-B311-2450-3172-4A28C0D011F3}"/>
          </ac:spMkLst>
        </pc:spChg>
        <pc:picChg chg="add del mod">
          <ac:chgData name="Viet-Hung Nguyen" userId="88ab1737-f544-455f-9872-7aa9eb73f0ba" providerId="ADAL" clId="{BD9A8566-4E49-4667-9FC5-ECD98156A717}" dt="2024-11-20T06:52:37.850" v="4027" actId="21"/>
          <ac:picMkLst>
            <pc:docMk/>
            <pc:sldMk cId="2696413979" sldId="351"/>
            <ac:picMk id="3" creationId="{87DF9ED3-4431-E6E9-7EC0-7B6BB2041C75}"/>
          </ac:picMkLst>
        </pc:picChg>
        <pc:picChg chg="add del">
          <ac:chgData name="Viet-Hung Nguyen" userId="88ab1737-f544-455f-9872-7aa9eb73f0ba" providerId="ADAL" clId="{BD9A8566-4E49-4667-9FC5-ECD98156A717}" dt="2024-11-20T06:35:32.306" v="3901" actId="478"/>
          <ac:picMkLst>
            <pc:docMk/>
            <pc:sldMk cId="2696413979" sldId="351"/>
            <ac:picMk id="6" creationId="{519ECD2B-EB45-B0D1-BD51-23FB0F0A3F5E}"/>
          </ac:picMkLst>
        </pc:picChg>
        <pc:picChg chg="add del">
          <ac:chgData name="Viet-Hung Nguyen" userId="88ab1737-f544-455f-9872-7aa9eb73f0ba" providerId="ADAL" clId="{BD9A8566-4E49-4667-9FC5-ECD98156A717}" dt="2024-11-20T06:35:18.644" v="3896" actId="478"/>
          <ac:picMkLst>
            <pc:docMk/>
            <pc:sldMk cId="2696413979" sldId="351"/>
            <ac:picMk id="7" creationId="{754A3309-1533-AA9C-A924-D07CFD3A4917}"/>
          </ac:picMkLst>
        </pc:picChg>
        <pc:picChg chg="del">
          <ac:chgData name="Viet-Hung Nguyen" userId="88ab1737-f544-455f-9872-7aa9eb73f0ba" providerId="ADAL" clId="{BD9A8566-4E49-4667-9FC5-ECD98156A717}" dt="2024-11-20T06:35:37.545" v="3902" actId="478"/>
          <ac:picMkLst>
            <pc:docMk/>
            <pc:sldMk cId="2696413979" sldId="351"/>
            <ac:picMk id="8" creationId="{4EE6D1C0-1DEB-6541-55E8-5302E5916C82}"/>
          </ac:picMkLst>
        </pc:picChg>
        <pc:picChg chg="add del mod modCrop">
          <ac:chgData name="Viet-Hung Nguyen" userId="88ab1737-f544-455f-9872-7aa9eb73f0ba" providerId="ADAL" clId="{BD9A8566-4E49-4667-9FC5-ECD98156A717}" dt="2024-11-20T06:52:32.832" v="4025" actId="21"/>
          <ac:picMkLst>
            <pc:docMk/>
            <pc:sldMk cId="2696413979" sldId="351"/>
            <ac:picMk id="13" creationId="{725AAFDF-679E-ABF8-7E9D-02D48711A9EF}"/>
          </ac:picMkLst>
        </pc:picChg>
        <pc:picChg chg="add del mod">
          <ac:chgData name="Viet-Hung Nguyen" userId="88ab1737-f544-455f-9872-7aa9eb73f0ba" providerId="ADAL" clId="{BD9A8566-4E49-4667-9FC5-ECD98156A717}" dt="2024-11-20T06:53:13.579" v="4041" actId="21"/>
          <ac:picMkLst>
            <pc:docMk/>
            <pc:sldMk cId="2696413979" sldId="351"/>
            <ac:picMk id="15" creationId="{A7D5ADC9-68EF-17C9-489F-FBE4E98F4F52}"/>
          </ac:picMkLst>
        </pc:picChg>
        <pc:picChg chg="add del mod">
          <ac:chgData name="Viet-Hung Nguyen" userId="88ab1737-f544-455f-9872-7aa9eb73f0ba" providerId="ADAL" clId="{BD9A8566-4E49-4667-9FC5-ECD98156A717}" dt="2024-11-20T06:54:22.944" v="4052" actId="478"/>
          <ac:picMkLst>
            <pc:docMk/>
            <pc:sldMk cId="2696413979" sldId="351"/>
            <ac:picMk id="20" creationId="{A7D5ADC9-68EF-17C9-489F-FBE4E98F4F52}"/>
          </ac:picMkLst>
        </pc:picChg>
        <pc:picChg chg="add mod">
          <ac:chgData name="Viet-Hung Nguyen" userId="88ab1737-f544-455f-9872-7aa9eb73f0ba" providerId="ADAL" clId="{BD9A8566-4E49-4667-9FC5-ECD98156A717}" dt="2024-11-20T06:55:45.456" v="4067" actId="1582"/>
          <ac:picMkLst>
            <pc:docMk/>
            <pc:sldMk cId="2696413979" sldId="351"/>
            <ac:picMk id="23" creationId="{36124B71-7F90-26EA-9832-45828019A908}"/>
          </ac:picMkLst>
        </pc:picChg>
        <pc:picChg chg="add mod">
          <ac:chgData name="Viet-Hung Nguyen" userId="88ab1737-f544-455f-9872-7aa9eb73f0ba" providerId="ADAL" clId="{BD9A8566-4E49-4667-9FC5-ECD98156A717}" dt="2024-11-20T06:34:47.425" v="3894" actId="1076"/>
          <ac:picMkLst>
            <pc:docMk/>
            <pc:sldMk cId="2696413979" sldId="351"/>
            <ac:picMk id="1026" creationId="{F98C9487-FDC8-6749-8226-D20AD86613E7}"/>
          </ac:picMkLst>
        </pc:picChg>
      </pc:sldChg>
      <pc:sldChg chg="addSp delSp modSp mod addAnim delAnim modAnim chgLayout modNotesTx">
        <pc:chgData name="Viet-Hung Nguyen" userId="88ab1737-f544-455f-9872-7aa9eb73f0ba" providerId="ADAL" clId="{BD9A8566-4E49-4667-9FC5-ECD98156A717}" dt="2024-11-20T07:16:10.423" v="4254" actId="20577"/>
        <pc:sldMkLst>
          <pc:docMk/>
          <pc:sldMk cId="769944973" sldId="352"/>
        </pc:sldMkLst>
        <pc:spChg chg="mod ord">
          <ac:chgData name="Viet-Hung Nguyen" userId="88ab1737-f544-455f-9872-7aa9eb73f0ba" providerId="ADAL" clId="{BD9A8566-4E49-4667-9FC5-ECD98156A717}" dt="2024-11-20T06:58:52.256" v="4100" actId="1076"/>
          <ac:spMkLst>
            <pc:docMk/>
            <pc:sldMk cId="769944973" sldId="352"/>
            <ac:spMk id="2" creationId="{FAAD941D-9D71-D593-E70E-7425B7BCB966}"/>
          </ac:spMkLst>
        </pc:spChg>
        <pc:spChg chg="mod ord">
          <ac:chgData name="Viet-Hung Nguyen" userId="88ab1737-f544-455f-9872-7aa9eb73f0ba" providerId="ADAL" clId="{BD9A8566-4E49-4667-9FC5-ECD98156A717}" dt="2024-11-20T06:58:39.131" v="4097" actId="700"/>
          <ac:spMkLst>
            <pc:docMk/>
            <pc:sldMk cId="769944973" sldId="352"/>
            <ac:spMk id="4" creationId="{B69D4456-35DD-1639-C609-08FB58969F4F}"/>
          </ac:spMkLst>
        </pc:spChg>
        <pc:spChg chg="add mod">
          <ac:chgData name="Viet-Hung Nguyen" userId="88ab1737-f544-455f-9872-7aa9eb73f0ba" providerId="ADAL" clId="{BD9A8566-4E49-4667-9FC5-ECD98156A717}" dt="2024-11-20T07:16:10.423" v="4254" actId="20577"/>
          <ac:spMkLst>
            <pc:docMk/>
            <pc:sldMk cId="769944973" sldId="352"/>
            <ac:spMk id="6" creationId="{A9300B79-0CAC-0158-BAAB-3285EC63ADCF}"/>
          </ac:spMkLst>
        </pc:spChg>
        <pc:spChg chg="add del mod">
          <ac:chgData name="Viet-Hung Nguyen" userId="88ab1737-f544-455f-9872-7aa9eb73f0ba" providerId="ADAL" clId="{BD9A8566-4E49-4667-9FC5-ECD98156A717}" dt="2024-11-20T06:58:31.995" v="4095" actId="6264"/>
          <ac:spMkLst>
            <pc:docMk/>
            <pc:sldMk cId="769944973" sldId="352"/>
            <ac:spMk id="7" creationId="{27CB6F7C-A7A1-CF1F-CFED-70487FF2354B}"/>
          </ac:spMkLst>
        </pc:spChg>
        <pc:spChg chg="add del mod">
          <ac:chgData name="Viet-Hung Nguyen" userId="88ab1737-f544-455f-9872-7aa9eb73f0ba" providerId="ADAL" clId="{BD9A8566-4E49-4667-9FC5-ECD98156A717}" dt="2024-11-20T06:58:31.995" v="4095" actId="6264"/>
          <ac:spMkLst>
            <pc:docMk/>
            <pc:sldMk cId="769944973" sldId="352"/>
            <ac:spMk id="8" creationId="{25F427FA-4256-024D-0C90-E8FDED586DD8}"/>
          </ac:spMkLst>
        </pc:spChg>
        <pc:spChg chg="add del mod">
          <ac:chgData name="Viet-Hung Nguyen" userId="88ab1737-f544-455f-9872-7aa9eb73f0ba" providerId="ADAL" clId="{BD9A8566-4E49-4667-9FC5-ECD98156A717}" dt="2024-11-20T06:58:31.995" v="4095" actId="6264"/>
          <ac:spMkLst>
            <pc:docMk/>
            <pc:sldMk cId="769944973" sldId="352"/>
            <ac:spMk id="9" creationId="{8D666929-1E7A-2CFE-86AA-A6D6F25D09D9}"/>
          </ac:spMkLst>
        </pc:spChg>
        <pc:graphicFrameChg chg="del">
          <ac:chgData name="Viet-Hung Nguyen" userId="88ab1737-f544-455f-9872-7aa9eb73f0ba" providerId="ADAL" clId="{BD9A8566-4E49-4667-9FC5-ECD98156A717}" dt="2024-11-20T06:57:37.726" v="4082" actId="478"/>
          <ac:graphicFrameMkLst>
            <pc:docMk/>
            <pc:sldMk cId="769944973" sldId="352"/>
            <ac:graphicFrameMk id="3" creationId="{3878A149-1877-161D-98BC-D9ED18DC4BD5}"/>
          </ac:graphicFrameMkLst>
        </pc:graphicFrameChg>
        <pc:picChg chg="del">
          <ac:chgData name="Viet-Hung Nguyen" userId="88ab1737-f544-455f-9872-7aa9eb73f0ba" providerId="ADAL" clId="{BD9A8566-4E49-4667-9FC5-ECD98156A717}" dt="2024-11-20T06:57:40.856" v="4083" actId="478"/>
          <ac:picMkLst>
            <pc:docMk/>
            <pc:sldMk cId="769944973" sldId="352"/>
            <ac:picMk id="5" creationId="{B61DCFDE-F0A7-2B00-2780-F8B666F6FB2A}"/>
          </ac:picMkLst>
        </pc:picChg>
        <pc:picChg chg="mod ord">
          <ac:chgData name="Viet-Hung Nguyen" userId="88ab1737-f544-455f-9872-7aa9eb73f0ba" providerId="ADAL" clId="{BD9A8566-4E49-4667-9FC5-ECD98156A717}" dt="2024-11-20T06:58:45.626" v="4099" actId="1076"/>
          <ac:picMkLst>
            <pc:docMk/>
            <pc:sldMk cId="769944973" sldId="352"/>
            <ac:picMk id="18" creationId="{85C74856-5C3C-06C3-6278-7524C6013145}"/>
          </ac:picMkLst>
        </pc:picChg>
      </pc:sldChg>
      <pc:sldChg chg="modSp del mod modClrScheme chgLayout">
        <pc:chgData name="Viet-Hung Nguyen" userId="88ab1737-f544-455f-9872-7aa9eb73f0ba" providerId="ADAL" clId="{BD9A8566-4E49-4667-9FC5-ECD98156A717}" dt="2024-11-20T07:01:30.092" v="4129" actId="2696"/>
        <pc:sldMkLst>
          <pc:docMk/>
          <pc:sldMk cId="476152487" sldId="353"/>
        </pc:sldMkLst>
        <pc:spChg chg="mod ord">
          <ac:chgData name="Viet-Hung Nguyen" userId="88ab1737-f544-455f-9872-7aa9eb73f0ba" providerId="ADAL" clId="{BD9A8566-4E49-4667-9FC5-ECD98156A717}" dt="2024-11-20T07:00:40.292" v="4113" actId="700"/>
          <ac:spMkLst>
            <pc:docMk/>
            <pc:sldMk cId="476152487" sldId="353"/>
            <ac:spMk id="2" creationId="{BE9DB70D-3C89-0C8A-4836-3EE8FAB0E08D}"/>
          </ac:spMkLst>
        </pc:spChg>
        <pc:spChg chg="mod ord">
          <ac:chgData name="Viet-Hung Nguyen" userId="88ab1737-f544-455f-9872-7aa9eb73f0ba" providerId="ADAL" clId="{BD9A8566-4E49-4667-9FC5-ECD98156A717}" dt="2024-11-20T07:00:40.292" v="4113" actId="700"/>
          <ac:spMkLst>
            <pc:docMk/>
            <pc:sldMk cId="476152487" sldId="353"/>
            <ac:spMk id="4" creationId="{46F4ECC2-EEB4-4E05-920A-5024F29B646E}"/>
          </ac:spMkLst>
        </pc:spChg>
        <pc:picChg chg="mod ord">
          <ac:chgData name="Viet-Hung Nguyen" userId="88ab1737-f544-455f-9872-7aa9eb73f0ba" providerId="ADAL" clId="{BD9A8566-4E49-4667-9FC5-ECD98156A717}" dt="2024-11-20T07:00:40.292" v="4113" actId="700"/>
          <ac:picMkLst>
            <pc:docMk/>
            <pc:sldMk cId="476152487" sldId="353"/>
            <ac:picMk id="9" creationId="{D665899D-8E5B-F9B5-5480-3088D19D4618}"/>
          </ac:picMkLst>
        </pc:picChg>
      </pc:sldChg>
      <pc:sldChg chg="addSp delSp modSp del mod ord modCm modNotesTx">
        <pc:chgData name="Viet-Hung Nguyen" userId="88ab1737-f544-455f-9872-7aa9eb73f0ba" providerId="ADAL" clId="{BD9A8566-4E49-4667-9FC5-ECD98156A717}" dt="2024-11-20T07:38:11.777" v="4537" actId="47"/>
        <pc:sldMkLst>
          <pc:docMk/>
          <pc:sldMk cId="61726691" sldId="354"/>
        </pc:sldMkLst>
        <pc:spChg chg="mod">
          <ac:chgData name="Viet-Hung Nguyen" userId="88ab1737-f544-455f-9872-7aa9eb73f0ba" providerId="ADAL" clId="{BD9A8566-4E49-4667-9FC5-ECD98156A717}" dt="2024-11-20T07:28:00.136" v="4384" actId="20577"/>
          <ac:spMkLst>
            <pc:docMk/>
            <pc:sldMk cId="61726691" sldId="354"/>
            <ac:spMk id="2" creationId="{FD5E89B9-C077-90A4-A45D-60591F65675F}"/>
          </ac:spMkLst>
        </pc:spChg>
        <pc:spChg chg="add del mod">
          <ac:chgData name="Viet-Hung Nguyen" userId="88ab1737-f544-455f-9872-7aa9eb73f0ba" providerId="ADAL" clId="{BD9A8566-4E49-4667-9FC5-ECD98156A717}" dt="2024-11-20T07:36:16.248" v="4518" actId="478"/>
          <ac:spMkLst>
            <pc:docMk/>
            <pc:sldMk cId="61726691" sldId="354"/>
            <ac:spMk id="7" creationId="{DC2E4C7C-D683-DEBC-12FE-0A54CEA1B24B}"/>
          </ac:spMkLst>
        </pc:spChg>
        <pc:picChg chg="del">
          <ac:chgData name="Viet-Hung Nguyen" userId="88ab1737-f544-455f-9872-7aa9eb73f0ba" providerId="ADAL" clId="{BD9A8566-4E49-4667-9FC5-ECD98156A717}" dt="2024-11-20T07:36:04.061" v="4517" actId="478"/>
          <ac:picMkLst>
            <pc:docMk/>
            <pc:sldMk cId="61726691" sldId="354"/>
            <ac:picMk id="5" creationId="{5D68A427-C539-32BE-41FF-A8228FF365C6}"/>
          </ac:picMkLst>
        </pc:picChg>
        <pc:picChg chg="del">
          <ac:chgData name="Viet-Hung Nguyen" userId="88ab1737-f544-455f-9872-7aa9eb73f0ba" providerId="ADAL" clId="{BD9A8566-4E49-4667-9FC5-ECD98156A717}" dt="2024-11-20T07:36:16.248" v="4518" actId="478"/>
          <ac:picMkLst>
            <pc:docMk/>
            <pc:sldMk cId="61726691" sldId="354"/>
            <ac:picMk id="6" creationId="{98598D2F-1B37-D04D-15A6-38705BF9EE05}"/>
          </ac:picMkLst>
        </pc:picChg>
        <pc:picChg chg="add mod">
          <ac:chgData name="Viet-Hung Nguyen" userId="88ab1737-f544-455f-9872-7aa9eb73f0ba" providerId="ADAL" clId="{BD9A8566-4E49-4667-9FC5-ECD98156A717}" dt="2024-11-20T07:37:25.909" v="4534" actId="207"/>
          <ac:picMkLst>
            <pc:docMk/>
            <pc:sldMk cId="61726691" sldId="354"/>
            <ac:picMk id="8" creationId="{5837254E-244E-85D4-EA2F-37E2983C73E6}"/>
          </ac:picMkLst>
        </pc:picChg>
        <pc:picChg chg="add mod">
          <ac:chgData name="Viet-Hung Nguyen" userId="88ab1737-f544-455f-9872-7aa9eb73f0ba" providerId="ADAL" clId="{BD9A8566-4E49-4667-9FC5-ECD98156A717}" dt="2024-11-20T07:37:25.909" v="4534" actId="207"/>
          <ac:picMkLst>
            <pc:docMk/>
            <pc:sldMk cId="61726691" sldId="354"/>
            <ac:picMk id="9" creationId="{E237C003-7316-8C31-8AC6-FF379532C39A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Viet-Hung Nguyen" userId="88ab1737-f544-455f-9872-7aa9eb73f0ba" providerId="ADAL" clId="{BD9A8566-4E49-4667-9FC5-ECD98156A717}" dt="2024-11-20T07:28:00.136" v="4384" actId="20577"/>
              <pc2:cmMkLst xmlns:pc2="http://schemas.microsoft.com/office/powerpoint/2019/9/main/command">
                <pc:docMk/>
                <pc:sldMk cId="61726691" sldId="354"/>
                <pc2:cmMk id="{1E227C48-483E-4ED1-929B-444A49F458DD}"/>
              </pc2:cmMkLst>
            </pc226:cmChg>
          </p:ext>
        </pc:extLst>
      </pc:sldChg>
      <pc:sldChg chg="modSp mod modNotesTx">
        <pc:chgData name="Viet-Hung Nguyen" userId="88ab1737-f544-455f-9872-7aa9eb73f0ba" providerId="ADAL" clId="{BD9A8566-4E49-4667-9FC5-ECD98156A717}" dt="2024-11-20T07:54:53.449" v="5553" actId="20577"/>
        <pc:sldMkLst>
          <pc:docMk/>
          <pc:sldMk cId="2616691195" sldId="355"/>
        </pc:sldMkLst>
        <pc:spChg chg="mod">
          <ac:chgData name="Viet-Hung Nguyen" userId="88ab1737-f544-455f-9872-7aa9eb73f0ba" providerId="ADAL" clId="{BD9A8566-4E49-4667-9FC5-ECD98156A717}" dt="2024-11-20T07:54:17.478" v="5449" actId="20577"/>
          <ac:spMkLst>
            <pc:docMk/>
            <pc:sldMk cId="2616691195" sldId="355"/>
            <ac:spMk id="6" creationId="{809743FC-1E25-AC2D-D555-FC12CBCE4DB7}"/>
          </ac:spMkLst>
        </pc:spChg>
      </pc:sldChg>
      <pc:sldChg chg="addSp delSp modSp del mod ord chgLayout modNotesTx">
        <pc:chgData name="Viet-Hung Nguyen" userId="88ab1737-f544-455f-9872-7aa9eb73f0ba" providerId="ADAL" clId="{BD9A8566-4E49-4667-9FC5-ECD98156A717}" dt="2024-11-20T08:01:29.836" v="5752" actId="2696"/>
        <pc:sldMkLst>
          <pc:docMk/>
          <pc:sldMk cId="2759951576" sldId="356"/>
        </pc:sldMkLst>
        <pc:spChg chg="del">
          <ac:chgData name="Viet-Hung Nguyen" userId="88ab1737-f544-455f-9872-7aa9eb73f0ba" providerId="ADAL" clId="{BD9A8566-4E49-4667-9FC5-ECD98156A717}" dt="2024-11-20T08:00:03.554" v="5603" actId="700"/>
          <ac:spMkLst>
            <pc:docMk/>
            <pc:sldMk cId="2759951576" sldId="356"/>
            <ac:spMk id="2" creationId="{5BF4CD83-022A-2D9C-694C-617648ABF765}"/>
          </ac:spMkLst>
        </pc:spChg>
        <pc:spChg chg="add mod">
          <ac:chgData name="Viet-Hung Nguyen" userId="88ab1737-f544-455f-9872-7aa9eb73f0ba" providerId="ADAL" clId="{BD9A8566-4E49-4667-9FC5-ECD98156A717}" dt="2024-11-20T07:57:44.402" v="5595" actId="1076"/>
          <ac:spMkLst>
            <pc:docMk/>
            <pc:sldMk cId="2759951576" sldId="356"/>
            <ac:spMk id="3" creationId="{C3712329-E3CE-D891-9A74-8782E6655FC4}"/>
          </ac:spMkLst>
        </pc:spChg>
        <pc:spChg chg="mod ord">
          <ac:chgData name="Viet-Hung Nguyen" userId="88ab1737-f544-455f-9872-7aa9eb73f0ba" providerId="ADAL" clId="{BD9A8566-4E49-4667-9FC5-ECD98156A717}" dt="2024-11-20T08:00:03.554" v="5603" actId="700"/>
          <ac:spMkLst>
            <pc:docMk/>
            <pc:sldMk cId="2759951576" sldId="356"/>
            <ac:spMk id="4" creationId="{CA14316A-C64E-DBB1-5726-A3B5D50B547E}"/>
          </ac:spMkLst>
        </pc:spChg>
        <pc:spChg chg="add del mod">
          <ac:chgData name="Viet-Hung Nguyen" userId="88ab1737-f544-455f-9872-7aa9eb73f0ba" providerId="ADAL" clId="{BD9A8566-4E49-4667-9FC5-ECD98156A717}" dt="2024-11-20T08:00:03.554" v="5603" actId="700"/>
          <ac:spMkLst>
            <pc:docMk/>
            <pc:sldMk cId="2759951576" sldId="356"/>
            <ac:spMk id="8" creationId="{79BC0CC2-705C-6758-AAFA-D65EDFA248FE}"/>
          </ac:spMkLst>
        </pc:spChg>
        <pc:spChg chg="add mod ord">
          <ac:chgData name="Viet-Hung Nguyen" userId="88ab1737-f544-455f-9872-7aa9eb73f0ba" providerId="ADAL" clId="{BD9A8566-4E49-4667-9FC5-ECD98156A717}" dt="2024-11-20T08:00:03.554" v="5603" actId="700"/>
          <ac:spMkLst>
            <pc:docMk/>
            <pc:sldMk cId="2759951576" sldId="356"/>
            <ac:spMk id="9" creationId="{8B21737A-E1C9-5519-B122-9C5FD99D4284}"/>
          </ac:spMkLst>
        </pc:spChg>
        <pc:spChg chg="add mod ord">
          <ac:chgData name="Viet-Hung Nguyen" userId="88ab1737-f544-455f-9872-7aa9eb73f0ba" providerId="ADAL" clId="{BD9A8566-4E49-4667-9FC5-ECD98156A717}" dt="2024-11-20T08:00:03.554" v="5603" actId="700"/>
          <ac:spMkLst>
            <pc:docMk/>
            <pc:sldMk cId="2759951576" sldId="356"/>
            <ac:spMk id="10" creationId="{8E003E15-8EAC-E86C-4F83-4BC686FB4E26}"/>
          </ac:spMkLst>
        </pc:spChg>
        <pc:picChg chg="del mod">
          <ac:chgData name="Viet-Hung Nguyen" userId="88ab1737-f544-455f-9872-7aa9eb73f0ba" providerId="ADAL" clId="{BD9A8566-4E49-4667-9FC5-ECD98156A717}" dt="2024-11-20T07:59:58.862" v="5602" actId="478"/>
          <ac:picMkLst>
            <pc:docMk/>
            <pc:sldMk cId="2759951576" sldId="356"/>
            <ac:picMk id="5" creationId="{910C6A43-F69F-CED0-F548-7905C6570CFA}"/>
          </ac:picMkLst>
        </pc:picChg>
        <pc:picChg chg="add mod">
          <ac:chgData name="Viet-Hung Nguyen" userId="88ab1737-f544-455f-9872-7aa9eb73f0ba" providerId="ADAL" clId="{BD9A8566-4E49-4667-9FC5-ECD98156A717}" dt="2024-11-20T07:59:53.619" v="5600" actId="1076"/>
          <ac:picMkLst>
            <pc:docMk/>
            <pc:sldMk cId="2759951576" sldId="356"/>
            <ac:picMk id="6" creationId="{6F0A91FD-FA4B-B70E-999C-8C792828DC72}"/>
          </ac:picMkLst>
        </pc:picChg>
      </pc:sldChg>
      <pc:sldChg chg="addSp delSp modSp mod ord modClrScheme modAnim chgLayout modNotesTx">
        <pc:chgData name="Viet-Hung Nguyen" userId="88ab1737-f544-455f-9872-7aa9eb73f0ba" providerId="ADAL" clId="{BD9A8566-4E49-4667-9FC5-ECD98156A717}" dt="2024-11-20T08:02:50.367" v="5763"/>
        <pc:sldMkLst>
          <pc:docMk/>
          <pc:sldMk cId="3811960762" sldId="357"/>
        </pc:sldMkLst>
        <pc:spChg chg="mod ord">
          <ac:chgData name="Viet-Hung Nguyen" userId="88ab1737-f544-455f-9872-7aa9eb73f0ba" providerId="ADAL" clId="{BD9A8566-4E49-4667-9FC5-ECD98156A717}" dt="2024-11-20T07:26:55.891" v="4357" actId="115"/>
          <ac:spMkLst>
            <pc:docMk/>
            <pc:sldMk cId="3811960762" sldId="357"/>
            <ac:spMk id="2" creationId="{91C63791-7D45-D46F-A4EA-5AC6119A679B}"/>
          </ac:spMkLst>
        </pc:spChg>
        <pc:spChg chg="mod ord">
          <ac:chgData name="Viet-Hung Nguyen" userId="88ab1737-f544-455f-9872-7aa9eb73f0ba" providerId="ADAL" clId="{BD9A8566-4E49-4667-9FC5-ECD98156A717}" dt="2024-11-20T06:58:21.500" v="4092" actId="700"/>
          <ac:spMkLst>
            <pc:docMk/>
            <pc:sldMk cId="3811960762" sldId="357"/>
            <ac:spMk id="4" creationId="{B1DBB8C1-817C-20FC-4708-802B062398E9}"/>
          </ac:spMkLst>
        </pc:spChg>
        <pc:spChg chg="add del mod">
          <ac:chgData name="Viet-Hung Nguyen" userId="88ab1737-f544-455f-9872-7aa9eb73f0ba" providerId="ADAL" clId="{BD9A8566-4E49-4667-9FC5-ECD98156A717}" dt="2024-11-20T07:06:11.846" v="4145"/>
          <ac:spMkLst>
            <pc:docMk/>
            <pc:sldMk cId="3811960762" sldId="357"/>
            <ac:spMk id="5" creationId="{B25EC4DD-A6D6-99B1-C82D-2180155F3DCC}"/>
          </ac:spMkLst>
        </pc:spChg>
        <pc:spChg chg="add">
          <ac:chgData name="Viet-Hung Nguyen" userId="88ab1737-f544-455f-9872-7aa9eb73f0ba" providerId="ADAL" clId="{BD9A8566-4E49-4667-9FC5-ECD98156A717}" dt="2024-11-20T07:06:05.826" v="4144"/>
          <ac:spMkLst>
            <pc:docMk/>
            <pc:sldMk cId="3811960762" sldId="357"/>
            <ac:spMk id="7" creationId="{DA9ED33D-C6ED-CD99-6270-C3920C77A79F}"/>
          </ac:spMkLst>
        </pc:spChg>
        <pc:spChg chg="add mod">
          <ac:chgData name="Viet-Hung Nguyen" userId="88ab1737-f544-455f-9872-7aa9eb73f0ba" providerId="ADAL" clId="{BD9A8566-4E49-4667-9FC5-ECD98156A717}" dt="2024-11-20T07:21:04.362" v="4299" actId="20577"/>
          <ac:spMkLst>
            <pc:docMk/>
            <pc:sldMk cId="3811960762" sldId="357"/>
            <ac:spMk id="9" creationId="{BC0D6E24-BD12-9BB1-2E7D-E135FD8C8D68}"/>
          </ac:spMkLst>
        </pc:spChg>
        <pc:spChg chg="add mod">
          <ac:chgData name="Viet-Hung Nguyen" userId="88ab1737-f544-455f-9872-7aa9eb73f0ba" providerId="ADAL" clId="{BD9A8566-4E49-4667-9FC5-ECD98156A717}" dt="2024-11-20T07:30:31.515" v="4475" actId="1582"/>
          <ac:spMkLst>
            <pc:docMk/>
            <pc:sldMk cId="3811960762" sldId="357"/>
            <ac:spMk id="10" creationId="{93AD5CAA-0672-69FA-2BE3-AA774E06CCD4}"/>
          </ac:spMkLst>
        </pc:spChg>
        <pc:picChg chg="del mod ord">
          <ac:chgData name="Viet-Hung Nguyen" userId="88ab1737-f544-455f-9872-7aa9eb73f0ba" providerId="ADAL" clId="{BD9A8566-4E49-4667-9FC5-ECD98156A717}" dt="2024-11-20T07:06:02.875" v="4143" actId="478"/>
          <ac:picMkLst>
            <pc:docMk/>
            <pc:sldMk cId="3811960762" sldId="357"/>
            <ac:picMk id="6" creationId="{6E18660A-04AF-4E58-7318-40F0A6AB8042}"/>
          </ac:picMkLst>
        </pc:picChg>
        <pc:picChg chg="add mod">
          <ac:chgData name="Viet-Hung Nguyen" userId="88ab1737-f544-455f-9872-7aa9eb73f0ba" providerId="ADAL" clId="{BD9A8566-4E49-4667-9FC5-ECD98156A717}" dt="2024-11-20T07:30:14.358" v="4460" actId="1076"/>
          <ac:picMkLst>
            <pc:docMk/>
            <pc:sldMk cId="3811960762" sldId="357"/>
            <ac:picMk id="8" creationId="{F2045F19-0AC5-C619-0D2D-2F8A2513E8DB}"/>
          </ac:picMkLst>
        </pc:picChg>
        <pc:picChg chg="add">
          <ac:chgData name="Viet-Hung Nguyen" userId="88ab1737-f544-455f-9872-7aa9eb73f0ba" providerId="ADAL" clId="{BD9A8566-4E49-4667-9FC5-ECD98156A717}" dt="2024-11-20T07:06:05.826" v="4144"/>
          <ac:picMkLst>
            <pc:docMk/>
            <pc:sldMk cId="3811960762" sldId="357"/>
            <ac:picMk id="2050" creationId="{F963E32E-E8A5-746A-FD69-5C20F475051F}"/>
          </ac:picMkLst>
        </pc:picChg>
      </pc:sldChg>
      <pc:sldChg chg="modSp new mod ord modAnim modNotesTx">
        <pc:chgData name="Viet-Hung Nguyen" userId="88ab1737-f544-455f-9872-7aa9eb73f0ba" providerId="ADAL" clId="{BD9A8566-4E49-4667-9FC5-ECD98156A717}" dt="2024-11-20T06:26:21.464" v="3885" actId="20577"/>
        <pc:sldMkLst>
          <pc:docMk/>
          <pc:sldMk cId="1619210501" sldId="358"/>
        </pc:sldMkLst>
        <pc:spChg chg="mod">
          <ac:chgData name="Viet-Hung Nguyen" userId="88ab1737-f544-455f-9872-7aa9eb73f0ba" providerId="ADAL" clId="{BD9A8566-4E49-4667-9FC5-ECD98156A717}" dt="2024-11-20T06:26:21.464" v="3885" actId="20577"/>
          <ac:spMkLst>
            <pc:docMk/>
            <pc:sldMk cId="1619210501" sldId="358"/>
            <ac:spMk id="2" creationId="{3B29AAAE-C469-BCEC-D448-B5F5E336D891}"/>
          </ac:spMkLst>
        </pc:spChg>
        <pc:spChg chg="mod">
          <ac:chgData name="Viet-Hung Nguyen" userId="88ab1737-f544-455f-9872-7aa9eb73f0ba" providerId="ADAL" clId="{BD9A8566-4E49-4667-9FC5-ECD98156A717}" dt="2024-11-19T17:22:28.926" v="2416" actId="115"/>
          <ac:spMkLst>
            <pc:docMk/>
            <pc:sldMk cId="1619210501" sldId="358"/>
            <ac:spMk id="3" creationId="{E07A6069-C8C8-A097-682B-D1F92619F95E}"/>
          </ac:spMkLst>
        </pc:spChg>
      </pc:sldChg>
      <pc:sldChg chg="modSp new del mod">
        <pc:chgData name="Viet-Hung Nguyen" userId="88ab1737-f544-455f-9872-7aa9eb73f0ba" providerId="ADAL" clId="{BD9A8566-4E49-4667-9FC5-ECD98156A717}" dt="2024-11-19T17:27:58.346" v="2637" actId="2696"/>
        <pc:sldMkLst>
          <pc:docMk/>
          <pc:sldMk cId="2180555428" sldId="359"/>
        </pc:sldMkLst>
        <pc:spChg chg="mod">
          <ac:chgData name="Viet-Hung Nguyen" userId="88ab1737-f544-455f-9872-7aa9eb73f0ba" providerId="ADAL" clId="{BD9A8566-4E49-4667-9FC5-ECD98156A717}" dt="2024-11-19T17:18:55.187" v="2358" actId="20577"/>
          <ac:spMkLst>
            <pc:docMk/>
            <pc:sldMk cId="2180555428" sldId="359"/>
            <ac:spMk id="2" creationId="{DD4EB507-8195-E07C-8B45-2481226A5C53}"/>
          </ac:spMkLst>
        </pc:spChg>
      </pc:sldChg>
      <pc:sldChg chg="addSp delSp modSp new mod modClrScheme modAnim chgLayout modNotesTx">
        <pc:chgData name="Viet-Hung Nguyen" userId="88ab1737-f544-455f-9872-7aa9eb73f0ba" providerId="ADAL" clId="{BD9A8566-4E49-4667-9FC5-ECD98156A717}" dt="2024-11-19T18:15:44.019" v="3093"/>
        <pc:sldMkLst>
          <pc:docMk/>
          <pc:sldMk cId="3146499163" sldId="359"/>
        </pc:sldMkLst>
        <pc:spChg chg="del mod ord">
          <ac:chgData name="Viet-Hung Nguyen" userId="88ab1737-f544-455f-9872-7aa9eb73f0ba" providerId="ADAL" clId="{BD9A8566-4E49-4667-9FC5-ECD98156A717}" dt="2024-11-19T17:32:54.510" v="2640" actId="700"/>
          <ac:spMkLst>
            <pc:docMk/>
            <pc:sldMk cId="3146499163" sldId="359"/>
            <ac:spMk id="2" creationId="{BB8F8633-1A65-EED5-7F96-6816919C76B2}"/>
          </ac:spMkLst>
        </pc:spChg>
        <pc:spChg chg="del mod ord">
          <ac:chgData name="Viet-Hung Nguyen" userId="88ab1737-f544-455f-9872-7aa9eb73f0ba" providerId="ADAL" clId="{BD9A8566-4E49-4667-9FC5-ECD98156A717}" dt="2024-11-19T17:32:54.510" v="2640" actId="700"/>
          <ac:spMkLst>
            <pc:docMk/>
            <pc:sldMk cId="3146499163" sldId="359"/>
            <ac:spMk id="3" creationId="{755A5C42-BBFE-87AF-F712-102C53DCCADC}"/>
          </ac:spMkLst>
        </pc:spChg>
        <pc:spChg chg="mod ord">
          <ac:chgData name="Viet-Hung Nguyen" userId="88ab1737-f544-455f-9872-7aa9eb73f0ba" providerId="ADAL" clId="{BD9A8566-4E49-4667-9FC5-ECD98156A717}" dt="2024-11-19T17:32:54.510" v="2640" actId="700"/>
          <ac:spMkLst>
            <pc:docMk/>
            <pc:sldMk cId="3146499163" sldId="359"/>
            <ac:spMk id="4" creationId="{6C48103A-4028-D634-37D9-AFD6E6BC8A91}"/>
          </ac:spMkLst>
        </pc:spChg>
        <pc:spChg chg="add mod ord">
          <ac:chgData name="Viet-Hung Nguyen" userId="88ab1737-f544-455f-9872-7aa9eb73f0ba" providerId="ADAL" clId="{BD9A8566-4E49-4667-9FC5-ECD98156A717}" dt="2024-11-19T17:33:37" v="2674" actId="404"/>
          <ac:spMkLst>
            <pc:docMk/>
            <pc:sldMk cId="3146499163" sldId="359"/>
            <ac:spMk id="5" creationId="{AC3369B1-330A-185C-9630-B24C9D4D04DF}"/>
          </ac:spMkLst>
        </pc:spChg>
        <pc:spChg chg="add mod ord">
          <ac:chgData name="Viet-Hung Nguyen" userId="88ab1737-f544-455f-9872-7aa9eb73f0ba" providerId="ADAL" clId="{BD9A8566-4E49-4667-9FC5-ECD98156A717}" dt="2024-11-19T17:38:56.383" v="2870" actId="20577"/>
          <ac:spMkLst>
            <pc:docMk/>
            <pc:sldMk cId="3146499163" sldId="359"/>
            <ac:spMk id="6" creationId="{E43F9D6E-E650-3706-576C-18C455E6DDA1}"/>
          </ac:spMkLst>
        </pc:spChg>
        <pc:spChg chg="add mod ord">
          <ac:chgData name="Viet-Hung Nguyen" userId="88ab1737-f544-455f-9872-7aa9eb73f0ba" providerId="ADAL" clId="{BD9A8566-4E49-4667-9FC5-ECD98156A717}" dt="2024-11-19T17:35:00.093" v="2819" actId="20577"/>
          <ac:spMkLst>
            <pc:docMk/>
            <pc:sldMk cId="3146499163" sldId="359"/>
            <ac:spMk id="7" creationId="{8B3D482D-D310-36AD-8969-6E2B9D4CE1BA}"/>
          </ac:spMkLst>
        </pc:spChg>
        <pc:spChg chg="add mod">
          <ac:chgData name="Viet-Hung Nguyen" userId="88ab1737-f544-455f-9872-7aa9eb73f0ba" providerId="ADAL" clId="{BD9A8566-4E49-4667-9FC5-ECD98156A717}" dt="2024-11-19T17:35:17.260" v="2822" actId="14100"/>
          <ac:spMkLst>
            <pc:docMk/>
            <pc:sldMk cId="3146499163" sldId="359"/>
            <ac:spMk id="8" creationId="{4614FAAC-5E69-A172-112D-18795448E5BD}"/>
          </ac:spMkLst>
        </pc:spChg>
      </pc:sldChg>
      <pc:sldChg chg="addSp delSp modSp new mod modAnim chgLayout">
        <pc:chgData name="Viet-Hung Nguyen" userId="88ab1737-f544-455f-9872-7aa9eb73f0ba" providerId="ADAL" clId="{BD9A8566-4E49-4667-9FC5-ECD98156A717}" dt="2024-11-20T07:02:30.880" v="4140" actId="27636"/>
        <pc:sldMkLst>
          <pc:docMk/>
          <pc:sldMk cId="981963659" sldId="360"/>
        </pc:sldMkLst>
        <pc:spChg chg="del">
          <ac:chgData name="Viet-Hung Nguyen" userId="88ab1737-f544-455f-9872-7aa9eb73f0ba" providerId="ADAL" clId="{BD9A8566-4E49-4667-9FC5-ECD98156A717}" dt="2024-11-20T06:50:30.480" v="4006" actId="478"/>
          <ac:spMkLst>
            <pc:docMk/>
            <pc:sldMk cId="981963659" sldId="360"/>
            <ac:spMk id="2" creationId="{D33ABBA0-1CC1-5536-2769-3C1BC026209E}"/>
          </ac:spMkLst>
        </pc:spChg>
        <pc:spChg chg="del">
          <ac:chgData name="Viet-Hung Nguyen" userId="88ab1737-f544-455f-9872-7aa9eb73f0ba" providerId="ADAL" clId="{BD9A8566-4E49-4667-9FC5-ECD98156A717}" dt="2024-11-20T06:50:31.670" v="4007" actId="478"/>
          <ac:spMkLst>
            <pc:docMk/>
            <pc:sldMk cId="981963659" sldId="360"/>
            <ac:spMk id="3" creationId="{C987B937-EC15-D499-5061-94F24D6C7ED4}"/>
          </ac:spMkLst>
        </pc:spChg>
        <pc:spChg chg="mod ord">
          <ac:chgData name="Viet-Hung Nguyen" userId="88ab1737-f544-455f-9872-7aa9eb73f0ba" providerId="ADAL" clId="{BD9A8566-4E49-4667-9FC5-ECD98156A717}" dt="2024-11-20T06:53:44.600" v="4047" actId="700"/>
          <ac:spMkLst>
            <pc:docMk/>
            <pc:sldMk cId="981963659" sldId="360"/>
            <ac:spMk id="4" creationId="{4A93CCB9-5A6F-64FF-DDB8-262D01CAF964}"/>
          </ac:spMkLst>
        </pc:spChg>
        <pc:spChg chg="add mod ord">
          <ac:chgData name="Viet-Hung Nguyen" userId="88ab1737-f544-455f-9872-7aa9eb73f0ba" providerId="ADAL" clId="{BD9A8566-4E49-4667-9FC5-ECD98156A717}" dt="2024-11-20T07:02:30.880" v="4140" actId="27636"/>
          <ac:spMkLst>
            <pc:docMk/>
            <pc:sldMk cId="981963659" sldId="360"/>
            <ac:spMk id="5" creationId="{F75D029A-31C5-7CF3-2A60-C8B5ED238173}"/>
          </ac:spMkLst>
        </pc:spChg>
        <pc:spChg chg="add del mod ord">
          <ac:chgData name="Viet-Hung Nguyen" userId="88ab1737-f544-455f-9872-7aa9eb73f0ba" providerId="ADAL" clId="{BD9A8566-4E49-4667-9FC5-ECD98156A717}" dt="2024-11-20T06:56:39.870" v="4071"/>
          <ac:spMkLst>
            <pc:docMk/>
            <pc:sldMk cId="981963659" sldId="360"/>
            <ac:spMk id="6" creationId="{90E8F046-CA34-2174-5CCB-8D5FFBF15287}"/>
          </ac:spMkLst>
        </pc:spChg>
        <pc:spChg chg="add mod">
          <ac:chgData name="Viet-Hung Nguyen" userId="88ab1737-f544-455f-9872-7aa9eb73f0ba" providerId="ADAL" clId="{BD9A8566-4E49-4667-9FC5-ECD98156A717}" dt="2024-11-20T06:53:47.385" v="4048" actId="21"/>
          <ac:spMkLst>
            <pc:docMk/>
            <pc:sldMk cId="981963659" sldId="360"/>
            <ac:spMk id="9" creationId="{0CD2260D-E50B-C1FA-358F-0ED310A6155F}"/>
          </ac:spMkLst>
        </pc:spChg>
        <pc:picChg chg="add mod">
          <ac:chgData name="Viet-Hung Nguyen" userId="88ab1737-f544-455f-9872-7aa9eb73f0ba" providerId="ADAL" clId="{BD9A8566-4E49-4667-9FC5-ECD98156A717}" dt="2024-11-20T06:56:44.777" v="4074" actId="1582"/>
          <ac:picMkLst>
            <pc:docMk/>
            <pc:sldMk cId="981963659" sldId="360"/>
            <ac:picMk id="7" creationId="{FA48D008-6403-08A7-7805-3569CE5E52C4}"/>
          </ac:picMkLst>
        </pc:picChg>
      </pc:sldChg>
      <pc:sldChg chg="addSp delSp modSp new mod delAnim modAnim">
        <pc:chgData name="Viet-Hung Nguyen" userId="88ab1737-f544-455f-9872-7aa9eb73f0ba" providerId="ADAL" clId="{BD9A8566-4E49-4667-9FC5-ECD98156A717}" dt="2024-11-20T07:02:01.868" v="4134" actId="404"/>
        <pc:sldMkLst>
          <pc:docMk/>
          <pc:sldMk cId="1571584189" sldId="361"/>
        </pc:sldMkLst>
        <pc:spChg chg="mod">
          <ac:chgData name="Viet-Hung Nguyen" userId="88ab1737-f544-455f-9872-7aa9eb73f0ba" providerId="ADAL" clId="{BD9A8566-4E49-4667-9FC5-ECD98156A717}" dt="2024-11-20T07:02:01.868" v="4134" actId="404"/>
          <ac:spMkLst>
            <pc:docMk/>
            <pc:sldMk cId="1571584189" sldId="361"/>
            <ac:spMk id="2" creationId="{F45B5780-EF08-D155-9C18-FA927918A285}"/>
          </ac:spMkLst>
        </pc:spChg>
        <pc:spChg chg="del">
          <ac:chgData name="Viet-Hung Nguyen" userId="88ab1737-f544-455f-9872-7aa9eb73f0ba" providerId="ADAL" clId="{BD9A8566-4E49-4667-9FC5-ECD98156A717}" dt="2024-11-20T06:52:34.377" v="4026"/>
          <ac:spMkLst>
            <pc:docMk/>
            <pc:sldMk cId="1571584189" sldId="361"/>
            <ac:spMk id="3" creationId="{60E9F071-81D1-19CF-EB24-47D9679EA6A8}"/>
          </ac:spMkLst>
        </pc:spChg>
        <pc:spChg chg="add del mod">
          <ac:chgData name="Viet-Hung Nguyen" userId="88ab1737-f544-455f-9872-7aa9eb73f0ba" providerId="ADAL" clId="{BD9A8566-4E49-4667-9FC5-ECD98156A717}" dt="2024-11-20T06:55:10.300" v="4058"/>
          <ac:spMkLst>
            <pc:docMk/>
            <pc:sldMk cId="1571584189" sldId="361"/>
            <ac:spMk id="6" creationId="{49B73B4D-0CCB-2662-C297-6B5783FD93A8}"/>
          </ac:spMkLst>
        </pc:spChg>
        <pc:picChg chg="add mod">
          <ac:chgData name="Viet-Hung Nguyen" userId="88ab1737-f544-455f-9872-7aa9eb73f0ba" providerId="ADAL" clId="{BD9A8566-4E49-4667-9FC5-ECD98156A717}" dt="2024-11-20T06:55:37.350" v="4065" actId="208"/>
          <ac:picMkLst>
            <pc:docMk/>
            <pc:sldMk cId="1571584189" sldId="361"/>
            <ac:picMk id="7" creationId="{571B7C76-0ECD-EB23-6854-E84C1EA9F37E}"/>
          </ac:picMkLst>
        </pc:picChg>
        <pc:picChg chg="add del mod">
          <ac:chgData name="Viet-Hung Nguyen" userId="88ab1737-f544-455f-9872-7aa9eb73f0ba" providerId="ADAL" clId="{BD9A8566-4E49-4667-9FC5-ECD98156A717}" dt="2024-11-20T06:54:25.853" v="4053" actId="478"/>
          <ac:picMkLst>
            <pc:docMk/>
            <pc:sldMk cId="1571584189" sldId="361"/>
            <ac:picMk id="13" creationId="{725AAFDF-679E-ABF8-7E9D-02D48711A9EF}"/>
          </ac:picMkLst>
        </pc:picChg>
      </pc:sldChg>
      <pc:sldChg chg="addSp delSp modSp new mod delAnim modAnim">
        <pc:chgData name="Viet-Hung Nguyen" userId="88ab1737-f544-455f-9872-7aa9eb73f0ba" providerId="ADAL" clId="{BD9A8566-4E49-4667-9FC5-ECD98156A717}" dt="2024-11-20T07:02:07.871" v="4138" actId="403"/>
        <pc:sldMkLst>
          <pc:docMk/>
          <pc:sldMk cId="2389119310" sldId="362"/>
        </pc:sldMkLst>
        <pc:spChg chg="mod">
          <ac:chgData name="Viet-Hung Nguyen" userId="88ab1737-f544-455f-9872-7aa9eb73f0ba" providerId="ADAL" clId="{BD9A8566-4E49-4667-9FC5-ECD98156A717}" dt="2024-11-20T07:02:07.871" v="4138" actId="403"/>
          <ac:spMkLst>
            <pc:docMk/>
            <pc:sldMk cId="2389119310" sldId="362"/>
            <ac:spMk id="2" creationId="{C3F89070-E1D5-9B34-4153-6130CD1FC8B0}"/>
          </ac:spMkLst>
        </pc:spChg>
        <pc:spChg chg="del">
          <ac:chgData name="Viet-Hung Nguyen" userId="88ab1737-f544-455f-9872-7aa9eb73f0ba" providerId="ADAL" clId="{BD9A8566-4E49-4667-9FC5-ECD98156A717}" dt="2024-11-20T06:52:39.667" v="4028"/>
          <ac:spMkLst>
            <pc:docMk/>
            <pc:sldMk cId="2389119310" sldId="362"/>
            <ac:spMk id="3" creationId="{B866A473-B9BA-6269-321E-312361DF920E}"/>
          </ac:spMkLst>
        </pc:spChg>
        <pc:spChg chg="add del mod">
          <ac:chgData name="Viet-Hung Nguyen" userId="88ab1737-f544-455f-9872-7aa9eb73f0ba" providerId="ADAL" clId="{BD9A8566-4E49-4667-9FC5-ECD98156A717}" dt="2024-11-20T06:55:15.006" v="4059"/>
          <ac:spMkLst>
            <pc:docMk/>
            <pc:sldMk cId="2389119310" sldId="362"/>
            <ac:spMk id="7" creationId="{F55EE4AE-EA43-7E6B-80CC-D89696981534}"/>
          </ac:spMkLst>
        </pc:spChg>
        <pc:picChg chg="add del mod">
          <ac:chgData name="Viet-Hung Nguyen" userId="88ab1737-f544-455f-9872-7aa9eb73f0ba" providerId="ADAL" clId="{BD9A8566-4E49-4667-9FC5-ECD98156A717}" dt="2024-11-20T06:54:27.201" v="4054" actId="478"/>
          <ac:picMkLst>
            <pc:docMk/>
            <pc:sldMk cId="2389119310" sldId="362"/>
            <ac:picMk id="5" creationId="{87DF9ED3-4431-E6E9-7EC0-7B6BB2041C75}"/>
          </ac:picMkLst>
        </pc:picChg>
        <pc:picChg chg="add mod">
          <ac:chgData name="Viet-Hung Nguyen" userId="88ab1737-f544-455f-9872-7aa9eb73f0ba" providerId="ADAL" clId="{BD9A8566-4E49-4667-9FC5-ECD98156A717}" dt="2024-11-20T06:55:03.872" v="4056"/>
          <ac:picMkLst>
            <pc:docMk/>
            <pc:sldMk cId="2389119310" sldId="362"/>
            <ac:picMk id="8" creationId="{1B84B93B-E2B6-F97F-F03D-2524B6788896}"/>
          </ac:picMkLst>
        </pc:picChg>
        <pc:picChg chg="add mod">
          <ac:chgData name="Viet-Hung Nguyen" userId="88ab1737-f544-455f-9872-7aa9eb73f0ba" providerId="ADAL" clId="{BD9A8566-4E49-4667-9FC5-ECD98156A717}" dt="2024-11-20T06:55:55.673" v="4070" actId="1582"/>
          <ac:picMkLst>
            <pc:docMk/>
            <pc:sldMk cId="2389119310" sldId="362"/>
            <ac:picMk id="9" creationId="{88FD1172-3654-86CB-FF0D-A643B6797189}"/>
          </ac:picMkLst>
        </pc:picChg>
      </pc:sldChg>
      <pc:sldChg chg="addSp delSp modSp add mod modClrScheme modAnim chgLayout modNotesTx">
        <pc:chgData name="Viet-Hung Nguyen" userId="88ab1737-f544-455f-9872-7aa9eb73f0ba" providerId="ADAL" clId="{BD9A8566-4E49-4667-9FC5-ECD98156A717}" dt="2024-11-20T08:14:03.182" v="5785"/>
        <pc:sldMkLst>
          <pc:docMk/>
          <pc:sldMk cId="62176389" sldId="363"/>
        </pc:sldMkLst>
        <pc:spChg chg="mod ord">
          <ac:chgData name="Viet-Hung Nguyen" userId="88ab1737-f544-455f-9872-7aa9eb73f0ba" providerId="ADAL" clId="{BD9A8566-4E49-4667-9FC5-ECD98156A717}" dt="2024-11-20T07:46:01.203" v="5006" actId="403"/>
          <ac:spMkLst>
            <pc:docMk/>
            <pc:sldMk cId="62176389" sldId="363"/>
            <ac:spMk id="2" creationId="{D63B1907-2165-38CD-8497-8930E029E527}"/>
          </ac:spMkLst>
        </pc:spChg>
        <pc:spChg chg="mod ord">
          <ac:chgData name="Viet-Hung Nguyen" userId="88ab1737-f544-455f-9872-7aa9eb73f0ba" providerId="ADAL" clId="{BD9A8566-4E49-4667-9FC5-ECD98156A717}" dt="2024-11-20T07:00:45.403" v="4115" actId="700"/>
          <ac:spMkLst>
            <pc:docMk/>
            <pc:sldMk cId="62176389" sldId="363"/>
            <ac:spMk id="4" creationId="{FC50787B-B551-7D13-EF97-8859058F7581}"/>
          </ac:spMkLst>
        </pc:spChg>
        <pc:spChg chg="add mod">
          <ac:chgData name="Viet-Hung Nguyen" userId="88ab1737-f544-455f-9872-7aa9eb73f0ba" providerId="ADAL" clId="{BD9A8566-4E49-4667-9FC5-ECD98156A717}" dt="2024-11-20T07:46:16.410" v="5010" actId="403"/>
          <ac:spMkLst>
            <pc:docMk/>
            <pc:sldMk cId="62176389" sldId="363"/>
            <ac:spMk id="5" creationId="{9ADD702D-0DBF-217E-4470-1595DCF61DC2}"/>
          </ac:spMkLst>
        </pc:spChg>
        <pc:spChg chg="mod">
          <ac:chgData name="Viet-Hung Nguyen" userId="88ab1737-f544-455f-9872-7aa9eb73f0ba" providerId="ADAL" clId="{BD9A8566-4E49-4667-9FC5-ECD98156A717}" dt="2024-11-20T07:02:36.540" v="4141" actId="403"/>
          <ac:spMkLst>
            <pc:docMk/>
            <pc:sldMk cId="62176389" sldId="363"/>
            <ac:spMk id="10" creationId="{F3618E1A-019C-00EB-6D44-89DD9DDD7822}"/>
          </ac:spMkLst>
        </pc:spChg>
        <pc:picChg chg="add mod">
          <ac:chgData name="Viet-Hung Nguyen" userId="88ab1737-f544-455f-9872-7aa9eb73f0ba" providerId="ADAL" clId="{BD9A8566-4E49-4667-9FC5-ECD98156A717}" dt="2024-11-20T07:20:39.744" v="4295" actId="1076"/>
          <ac:picMkLst>
            <pc:docMk/>
            <pc:sldMk cId="62176389" sldId="363"/>
            <ac:picMk id="3" creationId="{D5C4F670-74C2-FB73-6950-D2349D3FD606}"/>
          </ac:picMkLst>
        </pc:picChg>
        <pc:picChg chg="del mod ord">
          <ac:chgData name="Viet-Hung Nguyen" userId="88ab1737-f544-455f-9872-7aa9eb73f0ba" providerId="ADAL" clId="{BD9A8566-4E49-4667-9FC5-ECD98156A717}" dt="2024-11-20T07:07:45.325" v="4149" actId="478"/>
          <ac:picMkLst>
            <pc:docMk/>
            <pc:sldMk cId="62176389" sldId="363"/>
            <ac:picMk id="9" creationId="{7175C852-645A-F61F-534D-312B28754A5D}"/>
          </ac:picMkLst>
        </pc:picChg>
        <pc:cxnChg chg="add mod">
          <ac:chgData name="Viet-Hung Nguyen" userId="88ab1737-f544-455f-9872-7aa9eb73f0ba" providerId="ADAL" clId="{BD9A8566-4E49-4667-9FC5-ECD98156A717}" dt="2024-11-20T08:13:40.501" v="5782" actId="1076"/>
          <ac:cxnSpMkLst>
            <pc:docMk/>
            <pc:sldMk cId="62176389" sldId="363"/>
            <ac:cxnSpMk id="6" creationId="{59BDE105-6870-1E16-EF08-ACBE6F540592}"/>
          </ac:cxnSpMkLst>
        </pc:cxnChg>
        <pc:cxnChg chg="add mod">
          <ac:chgData name="Viet-Hung Nguyen" userId="88ab1737-f544-455f-9872-7aa9eb73f0ba" providerId="ADAL" clId="{BD9A8566-4E49-4667-9FC5-ECD98156A717}" dt="2024-11-20T08:13:47.557" v="5784" actId="1076"/>
          <ac:cxnSpMkLst>
            <pc:docMk/>
            <pc:sldMk cId="62176389" sldId="363"/>
            <ac:cxnSpMk id="7" creationId="{90122C4D-A8BE-FAB4-55D4-EE9799EE1E3B}"/>
          </ac:cxnSpMkLst>
        </pc:cxnChg>
      </pc:sldChg>
      <pc:sldChg chg="addSp modSp new mod modAnim modNotesTx">
        <pc:chgData name="Viet-Hung Nguyen" userId="88ab1737-f544-455f-9872-7aa9eb73f0ba" providerId="ADAL" clId="{BD9A8566-4E49-4667-9FC5-ECD98156A717}" dt="2024-11-20T08:12:59.032" v="5780"/>
        <pc:sldMkLst>
          <pc:docMk/>
          <pc:sldMk cId="3336337411" sldId="364"/>
        </pc:sldMkLst>
        <pc:spChg chg="add mod">
          <ac:chgData name="Viet-Hung Nguyen" userId="88ab1737-f544-455f-9872-7aa9eb73f0ba" providerId="ADAL" clId="{BD9A8566-4E49-4667-9FC5-ECD98156A717}" dt="2024-11-20T07:45:45.822" v="5005"/>
          <ac:spMkLst>
            <pc:docMk/>
            <pc:sldMk cId="3336337411" sldId="364"/>
            <ac:spMk id="2" creationId="{8266906B-C6E6-1C44-71E5-AAC708F184CA}"/>
          </ac:spMkLst>
        </pc:spChg>
        <pc:spChg chg="add mod">
          <ac:chgData name="Viet-Hung Nguyen" userId="88ab1737-f544-455f-9872-7aa9eb73f0ba" providerId="ADAL" clId="{BD9A8566-4E49-4667-9FC5-ECD98156A717}" dt="2024-11-20T07:42:59.945" v="4637" actId="1035"/>
          <ac:spMkLst>
            <pc:docMk/>
            <pc:sldMk cId="3336337411" sldId="364"/>
            <ac:spMk id="5" creationId="{D060E609-3C3E-E7E9-B473-11E850AA6174}"/>
          </ac:spMkLst>
        </pc:spChg>
        <pc:picChg chg="add mod">
          <ac:chgData name="Viet-Hung Nguyen" userId="88ab1737-f544-455f-9872-7aa9eb73f0ba" providerId="ADAL" clId="{BD9A8566-4E49-4667-9FC5-ECD98156A717}" dt="2024-11-20T07:38:03.662" v="4536"/>
          <ac:picMkLst>
            <pc:docMk/>
            <pc:sldMk cId="3336337411" sldId="364"/>
            <ac:picMk id="3" creationId="{35258359-6325-AD1A-0F68-3BDF2FB7BD6B}"/>
          </ac:picMkLst>
        </pc:picChg>
        <pc:picChg chg="add mod">
          <ac:chgData name="Viet-Hung Nguyen" userId="88ab1737-f544-455f-9872-7aa9eb73f0ba" providerId="ADAL" clId="{BD9A8566-4E49-4667-9FC5-ECD98156A717}" dt="2024-11-20T07:38:03.662" v="4536"/>
          <ac:picMkLst>
            <pc:docMk/>
            <pc:sldMk cId="3336337411" sldId="364"/>
            <ac:picMk id="4" creationId="{F6426DE8-1075-D5E6-195F-8C010C1FC53B}"/>
          </ac:picMkLst>
        </pc:picChg>
        <pc:cxnChg chg="add mod">
          <ac:chgData name="Viet-Hung Nguyen" userId="88ab1737-f544-455f-9872-7aa9eb73f0ba" providerId="ADAL" clId="{BD9A8566-4E49-4667-9FC5-ECD98156A717}" dt="2024-11-20T08:12:16.757" v="5770" actId="1582"/>
          <ac:cxnSpMkLst>
            <pc:docMk/>
            <pc:sldMk cId="3336337411" sldId="364"/>
            <ac:cxnSpMk id="7" creationId="{D57BF9D5-48A9-C4E4-AF39-64F7DEE11998}"/>
          </ac:cxnSpMkLst>
        </pc:cxnChg>
        <pc:cxnChg chg="add mod">
          <ac:chgData name="Viet-Hung Nguyen" userId="88ab1737-f544-455f-9872-7aa9eb73f0ba" providerId="ADAL" clId="{BD9A8566-4E49-4667-9FC5-ECD98156A717}" dt="2024-11-20T08:12:23.017" v="5772" actId="1076"/>
          <ac:cxnSpMkLst>
            <pc:docMk/>
            <pc:sldMk cId="3336337411" sldId="364"/>
            <ac:cxnSpMk id="8" creationId="{C12B4509-6B54-E797-798B-C5BCA0CB119B}"/>
          </ac:cxnSpMkLst>
        </pc:cxnChg>
        <pc:cxnChg chg="add mod">
          <ac:chgData name="Viet-Hung Nguyen" userId="88ab1737-f544-455f-9872-7aa9eb73f0ba" providerId="ADAL" clId="{BD9A8566-4E49-4667-9FC5-ECD98156A717}" dt="2024-11-20T08:12:31.370" v="5774" actId="1076"/>
          <ac:cxnSpMkLst>
            <pc:docMk/>
            <pc:sldMk cId="3336337411" sldId="364"/>
            <ac:cxnSpMk id="9" creationId="{C2D7621C-1E56-B301-FCDE-6ED4A9F37AC3}"/>
          </ac:cxnSpMkLst>
        </pc:cxnChg>
        <pc:cxnChg chg="add mod">
          <ac:chgData name="Viet-Hung Nguyen" userId="88ab1737-f544-455f-9872-7aa9eb73f0ba" providerId="ADAL" clId="{BD9A8566-4E49-4667-9FC5-ECD98156A717}" dt="2024-11-20T08:12:36.765" v="5776" actId="1076"/>
          <ac:cxnSpMkLst>
            <pc:docMk/>
            <pc:sldMk cId="3336337411" sldId="364"/>
            <ac:cxnSpMk id="10" creationId="{B086CB99-EE46-9959-2C48-F5F821BC1675}"/>
          </ac:cxnSpMkLst>
        </pc:cxnChg>
        <pc:cxnChg chg="add mod">
          <ac:chgData name="Viet-Hung Nguyen" userId="88ab1737-f544-455f-9872-7aa9eb73f0ba" providerId="ADAL" clId="{BD9A8566-4E49-4667-9FC5-ECD98156A717}" dt="2024-11-20T08:12:41.555" v="5778" actId="1076"/>
          <ac:cxnSpMkLst>
            <pc:docMk/>
            <pc:sldMk cId="3336337411" sldId="364"/>
            <ac:cxnSpMk id="11" creationId="{E8CE2DBF-6902-4A4A-E8A7-4048D2226751}"/>
          </ac:cxnSpMkLst>
        </pc:cxnChg>
      </pc:sldChg>
      <pc:sldChg chg="addSp delSp modSp new mod">
        <pc:chgData name="Viet-Hung Nguyen" userId="88ab1737-f544-455f-9872-7aa9eb73f0ba" providerId="ADAL" clId="{BD9A8566-4E49-4667-9FC5-ECD98156A717}" dt="2024-11-20T08:01:33.842" v="5761" actId="1035"/>
        <pc:sldMkLst>
          <pc:docMk/>
          <pc:sldMk cId="542438738" sldId="365"/>
        </pc:sldMkLst>
        <pc:spChg chg="mod">
          <ac:chgData name="Viet-Hung Nguyen" userId="88ab1737-f544-455f-9872-7aa9eb73f0ba" providerId="ADAL" clId="{BD9A8566-4E49-4667-9FC5-ECD98156A717}" dt="2024-11-20T08:01:26.640" v="5751" actId="1035"/>
          <ac:spMkLst>
            <pc:docMk/>
            <pc:sldMk cId="542438738" sldId="365"/>
            <ac:spMk id="2" creationId="{FB585528-5AFD-2578-0E18-0D59A587BC18}"/>
          </ac:spMkLst>
        </pc:spChg>
        <pc:spChg chg="del">
          <ac:chgData name="Viet-Hung Nguyen" userId="88ab1737-f544-455f-9872-7aa9eb73f0ba" providerId="ADAL" clId="{BD9A8566-4E49-4667-9FC5-ECD98156A717}" dt="2024-11-20T08:00:13.906" v="5605"/>
          <ac:spMkLst>
            <pc:docMk/>
            <pc:sldMk cId="542438738" sldId="365"/>
            <ac:spMk id="3" creationId="{34BBDCE1-51A6-6465-488C-507FB5872843}"/>
          </ac:spMkLst>
        </pc:spChg>
        <pc:spChg chg="add mod">
          <ac:chgData name="Viet-Hung Nguyen" userId="88ab1737-f544-455f-9872-7aa9eb73f0ba" providerId="ADAL" clId="{BD9A8566-4E49-4667-9FC5-ECD98156A717}" dt="2024-11-20T08:00:31.643" v="5611" actId="1076"/>
          <ac:spMkLst>
            <pc:docMk/>
            <pc:sldMk cId="542438738" sldId="365"/>
            <ac:spMk id="6" creationId="{AB9D77A6-524B-8428-35DE-2E956A77C075}"/>
          </ac:spMkLst>
        </pc:spChg>
        <pc:picChg chg="add mod">
          <ac:chgData name="Viet-Hung Nguyen" userId="88ab1737-f544-455f-9872-7aa9eb73f0ba" providerId="ADAL" clId="{BD9A8566-4E49-4667-9FC5-ECD98156A717}" dt="2024-11-20T08:01:33.842" v="5761" actId="1035"/>
          <ac:picMkLst>
            <pc:docMk/>
            <pc:sldMk cId="542438738" sldId="365"/>
            <ac:picMk id="5" creationId="{ECA7E2FA-F230-30FB-746B-49EBA165D677}"/>
          </ac:picMkLst>
        </pc:picChg>
      </pc:sldChg>
      <pc:sldMasterChg chg="addSldLayout modSldLayout">
        <pc:chgData name="Viet-Hung Nguyen" userId="88ab1737-f544-455f-9872-7aa9eb73f0ba" providerId="ADAL" clId="{BD9A8566-4E49-4667-9FC5-ECD98156A717}" dt="2024-11-20T07:00:23.601" v="4111" actId="478"/>
        <pc:sldMasterMkLst>
          <pc:docMk/>
          <pc:sldMasterMk cId="737433849" sldId="2147483648"/>
        </pc:sldMasterMkLst>
        <pc:sldLayoutChg chg="addSp delSp modSp mod">
          <pc:chgData name="Viet-Hung Nguyen" userId="88ab1737-f544-455f-9872-7aa9eb73f0ba" providerId="ADAL" clId="{BD9A8566-4E49-4667-9FC5-ECD98156A717}" dt="2024-11-15T19:29:12.060" v="82" actId="1076"/>
          <pc:sldLayoutMkLst>
            <pc:docMk/>
            <pc:sldMasterMk cId="737433849" sldId="2147483648"/>
            <pc:sldLayoutMk cId="3459196591" sldId="2147483695"/>
          </pc:sldLayoutMkLst>
          <pc:spChg chg="del">
            <ac:chgData name="Viet-Hung Nguyen" userId="88ab1737-f544-455f-9872-7aa9eb73f0ba" providerId="ADAL" clId="{BD9A8566-4E49-4667-9FC5-ECD98156A717}" dt="2024-11-15T19:28:48.723" v="77" actId="478"/>
            <ac:spMkLst>
              <pc:docMk/>
              <pc:sldMasterMk cId="737433849" sldId="2147483648"/>
              <pc:sldLayoutMk cId="3459196591" sldId="2147483695"/>
              <ac:spMk id="2" creationId="{AEA3C42D-C3E7-4F13-63E2-96D7A3B21113}"/>
            </ac:spMkLst>
          </pc:spChg>
          <pc:spChg chg="add mod">
            <ac:chgData name="Viet-Hung Nguyen" userId="88ab1737-f544-455f-9872-7aa9eb73f0ba" providerId="ADAL" clId="{BD9A8566-4E49-4667-9FC5-ECD98156A717}" dt="2024-11-15T19:29:12.060" v="82" actId="1076"/>
            <ac:spMkLst>
              <pc:docMk/>
              <pc:sldMasterMk cId="737433849" sldId="2147483648"/>
              <pc:sldLayoutMk cId="3459196591" sldId="2147483695"/>
              <ac:spMk id="4" creationId="{C663E4DF-6971-E437-8AD1-2DA1B9D6CC7C}"/>
            </ac:spMkLst>
          </pc:spChg>
          <pc:spChg chg="add mod">
            <ac:chgData name="Viet-Hung Nguyen" userId="88ab1737-f544-455f-9872-7aa9eb73f0ba" providerId="ADAL" clId="{BD9A8566-4E49-4667-9FC5-ECD98156A717}" dt="2024-11-15T19:29:12.060" v="82" actId="1076"/>
            <ac:spMkLst>
              <pc:docMk/>
              <pc:sldMasterMk cId="737433849" sldId="2147483648"/>
              <pc:sldLayoutMk cId="3459196591" sldId="2147483695"/>
              <ac:spMk id="5" creationId="{8F71ED90-1021-4A2C-9DD4-BED7AA928428}"/>
            </ac:spMkLst>
          </pc:spChg>
          <pc:spChg chg="add mod">
            <ac:chgData name="Viet-Hung Nguyen" userId="88ab1737-f544-455f-9872-7aa9eb73f0ba" providerId="ADAL" clId="{BD9A8566-4E49-4667-9FC5-ECD98156A717}" dt="2024-11-15T19:29:12.060" v="82" actId="1076"/>
            <ac:spMkLst>
              <pc:docMk/>
              <pc:sldMasterMk cId="737433849" sldId="2147483648"/>
              <pc:sldLayoutMk cId="3459196591" sldId="2147483695"/>
              <ac:spMk id="6" creationId="{1A503216-DD4B-2590-7283-CBEB99E32286}"/>
            </ac:spMkLst>
          </pc:spChg>
          <pc:spChg chg="del">
            <ac:chgData name="Viet-Hung Nguyen" userId="88ab1737-f544-455f-9872-7aa9eb73f0ba" providerId="ADAL" clId="{BD9A8566-4E49-4667-9FC5-ECD98156A717}" dt="2024-11-15T19:28:46.903" v="76" actId="478"/>
            <ac:spMkLst>
              <pc:docMk/>
              <pc:sldMasterMk cId="737433849" sldId="2147483648"/>
              <pc:sldLayoutMk cId="3459196591" sldId="2147483695"/>
              <ac:spMk id="7" creationId="{75B3424C-4925-A7F7-02CD-84526B2E22EF}"/>
            </ac:spMkLst>
          </pc:spChg>
        </pc:sldLayoutChg>
        <pc:sldLayoutChg chg="delSp modSp add mod modTransition">
          <pc:chgData name="Viet-Hung Nguyen" userId="88ab1737-f544-455f-9872-7aa9eb73f0ba" providerId="ADAL" clId="{BD9A8566-4E49-4667-9FC5-ECD98156A717}" dt="2024-11-15T20:34:39.647" v="1273" actId="14100"/>
          <pc:sldLayoutMkLst>
            <pc:docMk/>
            <pc:sldMasterMk cId="737433849" sldId="2147483648"/>
            <pc:sldLayoutMk cId="3009280136" sldId="2147483696"/>
          </pc:sldLayoutMkLst>
          <pc:spChg chg="mod">
            <ac:chgData name="Viet-Hung Nguyen" userId="88ab1737-f544-455f-9872-7aa9eb73f0ba" providerId="ADAL" clId="{BD9A8566-4E49-4667-9FC5-ECD98156A717}" dt="2024-11-15T20:34:39.647" v="1273" actId="14100"/>
            <ac:spMkLst>
              <pc:docMk/>
              <pc:sldMasterMk cId="737433849" sldId="2147483648"/>
              <pc:sldLayoutMk cId="3009280136" sldId="2147483696"/>
              <ac:spMk id="2" creationId="{AEA3C42D-C3E7-4F13-63E2-96D7A3B21113}"/>
            </ac:spMkLst>
          </pc:spChg>
          <pc:spChg chg="del">
            <ac:chgData name="Viet-Hung Nguyen" userId="88ab1737-f544-455f-9872-7aa9eb73f0ba" providerId="ADAL" clId="{BD9A8566-4E49-4667-9FC5-ECD98156A717}" dt="2024-11-15T20:34:36.262" v="1272" actId="478"/>
            <ac:spMkLst>
              <pc:docMk/>
              <pc:sldMasterMk cId="737433849" sldId="2147483648"/>
              <pc:sldLayoutMk cId="3009280136" sldId="2147483696"/>
              <ac:spMk id="12" creationId="{617CE1C3-9892-2E23-986F-80ABB41823D6}"/>
            </ac:spMkLst>
          </pc:spChg>
        </pc:sldLayoutChg>
        <pc:sldLayoutChg chg="delSp add mod modTransition">
          <pc:chgData name="Viet-Hung Nguyen" userId="88ab1737-f544-455f-9872-7aa9eb73f0ba" providerId="ADAL" clId="{BD9A8566-4E49-4667-9FC5-ECD98156A717}" dt="2024-11-20T07:00:23.601" v="4111" actId="478"/>
          <pc:sldLayoutMkLst>
            <pc:docMk/>
            <pc:sldMasterMk cId="737433849" sldId="2147483648"/>
            <pc:sldLayoutMk cId="803233484" sldId="2147483697"/>
          </pc:sldLayoutMkLst>
          <pc:spChg chg="del">
            <ac:chgData name="Viet-Hung Nguyen" userId="88ab1737-f544-455f-9872-7aa9eb73f0ba" providerId="ADAL" clId="{BD9A8566-4E49-4667-9FC5-ECD98156A717}" dt="2024-11-20T07:00:22.706" v="4110" actId="478"/>
            <ac:spMkLst>
              <pc:docMk/>
              <pc:sldMasterMk cId="737433849" sldId="2147483648"/>
              <pc:sldLayoutMk cId="803233484" sldId="2147483697"/>
              <ac:spMk id="9" creationId="{BB6B956C-A124-5A7C-EBD4-CBB618B9BC1D}"/>
            </ac:spMkLst>
          </pc:spChg>
          <pc:spChg chg="del">
            <ac:chgData name="Viet-Hung Nguyen" userId="88ab1737-f544-455f-9872-7aa9eb73f0ba" providerId="ADAL" clId="{BD9A8566-4E49-4667-9FC5-ECD98156A717}" dt="2024-11-20T07:00:23.601" v="4111" actId="478"/>
            <ac:spMkLst>
              <pc:docMk/>
              <pc:sldMasterMk cId="737433849" sldId="2147483648"/>
              <pc:sldLayoutMk cId="803233484" sldId="2147483697"/>
              <ac:spMk id="12" creationId="{2B92702B-E14C-886C-445A-349265F37592}"/>
            </ac:spMkLst>
          </pc:spChg>
        </pc:sldLayoutChg>
      </pc:sldMasterChg>
    </pc:docChg>
  </pc:docChgLst>
  <pc:docChgLst>
    <pc:chgData name="Viet-Hung Nguyen" userId="88ab1737-f544-455f-9872-7aa9eb73f0ba" providerId="ADAL" clId="{0127D39A-51DC-451D-B542-AD43F0165FD5}"/>
    <pc:docChg chg="custSel modSld">
      <pc:chgData name="Viet-Hung Nguyen" userId="88ab1737-f544-455f-9872-7aa9eb73f0ba" providerId="ADAL" clId="{0127D39A-51DC-451D-B542-AD43F0165FD5}" dt="2024-04-30T22:04:41.786" v="43" actId="5793"/>
      <pc:docMkLst>
        <pc:docMk/>
      </pc:docMkLst>
      <pc:sldChg chg="modNotesTx">
        <pc:chgData name="Viet-Hung Nguyen" userId="88ab1737-f544-455f-9872-7aa9eb73f0ba" providerId="ADAL" clId="{0127D39A-51DC-451D-B542-AD43F0165FD5}" dt="2024-04-30T22:04:41.786" v="43" actId="5793"/>
        <pc:sldMkLst>
          <pc:docMk/>
          <pc:sldMk cId="3688467874" sldId="331"/>
        </pc:sldMkLst>
      </pc:sldChg>
      <pc:sldChg chg="modNotesTx">
        <pc:chgData name="Viet-Hung Nguyen" userId="88ab1737-f544-455f-9872-7aa9eb73f0ba" providerId="ADAL" clId="{0127D39A-51DC-451D-B542-AD43F0165FD5}" dt="2024-04-30T18:57:15.543" v="25" actId="20577"/>
        <pc:sldMkLst>
          <pc:docMk/>
          <pc:sldMk cId="3827808073" sldId="338"/>
        </pc:sldMkLst>
      </pc:sldChg>
      <pc:sldChg chg="modSp modAnim">
        <pc:chgData name="Viet-Hung Nguyen" userId="88ab1737-f544-455f-9872-7aa9eb73f0ba" providerId="ADAL" clId="{0127D39A-51DC-451D-B542-AD43F0165FD5}" dt="2024-04-30T16:37:10.002" v="1" actId="12"/>
        <pc:sldMkLst>
          <pc:docMk/>
          <pc:sldMk cId="641737480" sldId="339"/>
        </pc:sldMkLst>
        <pc:spChg chg="mod">
          <ac:chgData name="Viet-Hung Nguyen" userId="88ab1737-f544-455f-9872-7aa9eb73f0ba" providerId="ADAL" clId="{0127D39A-51DC-451D-B542-AD43F0165FD5}" dt="2024-04-30T16:37:10.002" v="1" actId="12"/>
          <ac:spMkLst>
            <pc:docMk/>
            <pc:sldMk cId="641737480" sldId="339"/>
            <ac:spMk id="7" creationId="{90359A42-ED0F-DF98-4113-1E39F5A478D9}"/>
          </ac:spMkLst>
        </pc:spChg>
      </pc:sldChg>
    </pc:docChg>
  </pc:docChgLst>
  <pc:docChgLst>
    <pc:chgData name="Viet-Hung Nguyen" userId="88ab1737-f544-455f-9872-7aa9eb73f0ba" providerId="ADAL" clId="{307F2DD5-C182-4E7F-9086-786FCB67D521}"/>
    <pc:docChg chg="undo custSel addSld modSld">
      <pc:chgData name="Viet-Hung Nguyen" userId="88ab1737-f544-455f-9872-7aa9eb73f0ba" providerId="ADAL" clId="{307F2DD5-C182-4E7F-9086-786FCB67D521}" dt="2024-04-30T07:20:23.859" v="2929"/>
      <pc:docMkLst>
        <pc:docMk/>
      </pc:docMkLst>
      <pc:sldChg chg="addSp delSp modSp mod">
        <pc:chgData name="Viet-Hung Nguyen" userId="88ab1737-f544-455f-9872-7aa9eb73f0ba" providerId="ADAL" clId="{307F2DD5-C182-4E7F-9086-786FCB67D521}" dt="2024-04-30T07:14:46.556" v="2797" actId="478"/>
        <pc:sldMkLst>
          <pc:docMk/>
          <pc:sldMk cId="3378822495" sldId="322"/>
        </pc:sldMkLst>
        <pc:picChg chg="add del mod">
          <ac:chgData name="Viet-Hung Nguyen" userId="88ab1737-f544-455f-9872-7aa9eb73f0ba" providerId="ADAL" clId="{307F2DD5-C182-4E7F-9086-786FCB67D521}" dt="2024-04-30T07:14:46.556" v="2797" actId="478"/>
          <ac:picMkLst>
            <pc:docMk/>
            <pc:sldMk cId="3378822495" sldId="322"/>
            <ac:picMk id="5" creationId="{B3C14CAA-5319-DC50-5DFE-2B4A3BB21645}"/>
          </ac:picMkLst>
        </pc:picChg>
      </pc:sldChg>
      <pc:sldChg chg="modAnim">
        <pc:chgData name="Viet-Hung Nguyen" userId="88ab1737-f544-455f-9872-7aa9eb73f0ba" providerId="ADAL" clId="{307F2DD5-C182-4E7F-9086-786FCB67D521}" dt="2024-04-30T06:39:05.054" v="2772"/>
        <pc:sldMkLst>
          <pc:docMk/>
          <pc:sldMk cId="2875336553" sldId="323"/>
        </pc:sldMkLst>
      </pc:sldChg>
      <pc:sldChg chg="modAnim">
        <pc:chgData name="Viet-Hung Nguyen" userId="88ab1737-f544-455f-9872-7aa9eb73f0ba" providerId="ADAL" clId="{307F2DD5-C182-4E7F-9086-786FCB67D521}" dt="2024-04-30T06:38:43.863" v="2771"/>
        <pc:sldMkLst>
          <pc:docMk/>
          <pc:sldMk cId="2468270471" sldId="324"/>
        </pc:sldMkLst>
      </pc:sldChg>
      <pc:sldChg chg="modAnim">
        <pc:chgData name="Viet-Hung Nguyen" userId="88ab1737-f544-455f-9872-7aa9eb73f0ba" providerId="ADAL" clId="{307F2DD5-C182-4E7F-9086-786FCB67D521}" dt="2024-04-30T06:39:11.824" v="2773"/>
        <pc:sldMkLst>
          <pc:docMk/>
          <pc:sldMk cId="2005516879" sldId="325"/>
        </pc:sldMkLst>
      </pc:sldChg>
      <pc:sldChg chg="modAnim">
        <pc:chgData name="Viet-Hung Nguyen" userId="88ab1737-f544-455f-9872-7aa9eb73f0ba" providerId="ADAL" clId="{307F2DD5-C182-4E7F-9086-786FCB67D521}" dt="2024-04-30T06:39:17.590" v="2774"/>
        <pc:sldMkLst>
          <pc:docMk/>
          <pc:sldMk cId="3598261012" sldId="326"/>
        </pc:sldMkLst>
      </pc:sldChg>
      <pc:sldChg chg="modAnim">
        <pc:chgData name="Viet-Hung Nguyen" userId="88ab1737-f544-455f-9872-7aa9eb73f0ba" providerId="ADAL" clId="{307F2DD5-C182-4E7F-9086-786FCB67D521}" dt="2024-04-30T06:39:22.175" v="2775"/>
        <pc:sldMkLst>
          <pc:docMk/>
          <pc:sldMk cId="1136109300" sldId="327"/>
        </pc:sldMkLst>
      </pc:sldChg>
      <pc:sldChg chg="modAnim modNotesTx">
        <pc:chgData name="Viet-Hung Nguyen" userId="88ab1737-f544-455f-9872-7aa9eb73f0ba" providerId="ADAL" clId="{307F2DD5-C182-4E7F-9086-786FCB67D521}" dt="2024-04-30T06:39:27.284" v="2776"/>
        <pc:sldMkLst>
          <pc:docMk/>
          <pc:sldMk cId="478840042" sldId="329"/>
        </pc:sldMkLst>
      </pc:sldChg>
      <pc:sldChg chg="modSp mod modAnim">
        <pc:chgData name="Viet-Hung Nguyen" userId="88ab1737-f544-455f-9872-7aa9eb73f0ba" providerId="ADAL" clId="{307F2DD5-C182-4E7F-9086-786FCB67D521}" dt="2024-04-30T06:39:31.288" v="2777"/>
        <pc:sldMkLst>
          <pc:docMk/>
          <pc:sldMk cId="1529445290" sldId="330"/>
        </pc:sldMkLst>
        <pc:spChg chg="mod">
          <ac:chgData name="Viet-Hung Nguyen" userId="88ab1737-f544-455f-9872-7aa9eb73f0ba" providerId="ADAL" clId="{307F2DD5-C182-4E7F-9086-786FCB67D521}" dt="2024-04-30T05:06:40.132" v="993" actId="115"/>
          <ac:spMkLst>
            <pc:docMk/>
            <pc:sldMk cId="1529445290" sldId="330"/>
            <ac:spMk id="3" creationId="{F9A92675-F998-EBBB-0CFC-93AF3511AAEC}"/>
          </ac:spMkLst>
        </pc:spChg>
      </pc:sldChg>
      <pc:sldChg chg="modSp mod modAnim modNotesTx">
        <pc:chgData name="Viet-Hung Nguyen" userId="88ab1737-f544-455f-9872-7aa9eb73f0ba" providerId="ADAL" clId="{307F2DD5-C182-4E7F-9086-786FCB67D521}" dt="2024-04-30T06:39:37.217" v="2778"/>
        <pc:sldMkLst>
          <pc:docMk/>
          <pc:sldMk cId="3688467874" sldId="331"/>
        </pc:sldMkLst>
        <pc:spChg chg="mod">
          <ac:chgData name="Viet-Hung Nguyen" userId="88ab1737-f544-455f-9872-7aa9eb73f0ba" providerId="ADAL" clId="{307F2DD5-C182-4E7F-9086-786FCB67D521}" dt="2024-04-30T04:45:55.638" v="525" actId="115"/>
          <ac:spMkLst>
            <pc:docMk/>
            <pc:sldMk cId="3688467874" sldId="331"/>
            <ac:spMk id="3" creationId="{6BBFB75A-2C5E-E128-097D-78AB7DE6129A}"/>
          </ac:spMkLst>
        </pc:spChg>
      </pc:sldChg>
      <pc:sldChg chg="addSp delSp modSp new mod modClrScheme modAnim chgLayout modNotesTx">
        <pc:chgData name="Viet-Hung Nguyen" userId="88ab1737-f544-455f-9872-7aa9eb73f0ba" providerId="ADAL" clId="{307F2DD5-C182-4E7F-9086-786FCB67D521}" dt="2024-04-30T06:39:42.739" v="2779"/>
        <pc:sldMkLst>
          <pc:docMk/>
          <pc:sldMk cId="2556322351" sldId="332"/>
        </pc:sldMkLst>
        <pc:spChg chg="del mod ord">
          <ac:chgData name="Viet-Hung Nguyen" userId="88ab1737-f544-455f-9872-7aa9eb73f0ba" providerId="ADAL" clId="{307F2DD5-C182-4E7F-9086-786FCB67D521}" dt="2024-04-30T04:36:36.966" v="183" actId="700"/>
          <ac:spMkLst>
            <pc:docMk/>
            <pc:sldMk cId="2556322351" sldId="332"/>
            <ac:spMk id="2" creationId="{23A9A130-7D79-5BB7-0BE3-B2C71C0988EF}"/>
          </ac:spMkLst>
        </pc:spChg>
        <pc:spChg chg="del mod ord">
          <ac:chgData name="Viet-Hung Nguyen" userId="88ab1737-f544-455f-9872-7aa9eb73f0ba" providerId="ADAL" clId="{307F2DD5-C182-4E7F-9086-786FCB67D521}" dt="2024-04-30T04:36:36.966" v="183" actId="700"/>
          <ac:spMkLst>
            <pc:docMk/>
            <pc:sldMk cId="2556322351" sldId="332"/>
            <ac:spMk id="3" creationId="{DF704D4D-CC69-814B-D9DD-BACBC0155449}"/>
          </ac:spMkLst>
        </pc:spChg>
        <pc:spChg chg="mod ord">
          <ac:chgData name="Viet-Hung Nguyen" userId="88ab1737-f544-455f-9872-7aa9eb73f0ba" providerId="ADAL" clId="{307F2DD5-C182-4E7F-9086-786FCB67D521}" dt="2024-04-30T04:39:12.577" v="185" actId="700"/>
          <ac:spMkLst>
            <pc:docMk/>
            <pc:sldMk cId="2556322351" sldId="332"/>
            <ac:spMk id="4" creationId="{EE166BE0-5445-458A-A254-9825408B41E4}"/>
          </ac:spMkLst>
        </pc:spChg>
        <pc:spChg chg="add del mod ord">
          <ac:chgData name="Viet-Hung Nguyen" userId="88ab1737-f544-455f-9872-7aa9eb73f0ba" providerId="ADAL" clId="{307F2DD5-C182-4E7F-9086-786FCB67D521}" dt="2024-04-30T04:36:40.616" v="184" actId="26606"/>
          <ac:spMkLst>
            <pc:docMk/>
            <pc:sldMk cId="2556322351" sldId="332"/>
            <ac:spMk id="5" creationId="{4D37F370-3693-EC62-0C6C-6B42BA5A3C5B}"/>
          </ac:spMkLst>
        </pc:spChg>
        <pc:spChg chg="add del mod ord">
          <ac:chgData name="Viet-Hung Nguyen" userId="88ab1737-f544-455f-9872-7aa9eb73f0ba" providerId="ADAL" clId="{307F2DD5-C182-4E7F-9086-786FCB67D521}" dt="2024-04-30T04:36:40.616" v="184" actId="26606"/>
          <ac:spMkLst>
            <pc:docMk/>
            <pc:sldMk cId="2556322351" sldId="332"/>
            <ac:spMk id="6" creationId="{361643C0-3861-9F52-5C5D-7F5DE3A5A01D}"/>
          </ac:spMkLst>
        </pc:spChg>
        <pc:spChg chg="add del mod ord">
          <ac:chgData name="Viet-Hung Nguyen" userId="88ab1737-f544-455f-9872-7aa9eb73f0ba" providerId="ADAL" clId="{307F2DD5-C182-4E7F-9086-786FCB67D521}" dt="2024-04-30T04:36:40.616" v="184" actId="26606"/>
          <ac:spMkLst>
            <pc:docMk/>
            <pc:sldMk cId="2556322351" sldId="332"/>
            <ac:spMk id="7" creationId="{F7517C43-4C3C-C915-E551-169373B0A7DB}"/>
          </ac:spMkLst>
        </pc:spChg>
        <pc:spChg chg="add mod ord">
          <ac:chgData name="Viet-Hung Nguyen" userId="88ab1737-f544-455f-9872-7aa9eb73f0ba" providerId="ADAL" clId="{307F2DD5-C182-4E7F-9086-786FCB67D521}" dt="2024-04-30T04:46:04.487" v="545" actId="20577"/>
          <ac:spMkLst>
            <pc:docMk/>
            <pc:sldMk cId="2556322351" sldId="332"/>
            <ac:spMk id="8" creationId="{FCE7B64C-8F9B-7462-FE29-3E9C1761AE2C}"/>
          </ac:spMkLst>
        </pc:spChg>
        <pc:spChg chg="add mod ord">
          <ac:chgData name="Viet-Hung Nguyen" userId="88ab1737-f544-455f-9872-7aa9eb73f0ba" providerId="ADAL" clId="{307F2DD5-C182-4E7F-9086-786FCB67D521}" dt="2024-04-30T04:57:12.871" v="832" actId="313"/>
          <ac:spMkLst>
            <pc:docMk/>
            <pc:sldMk cId="2556322351" sldId="332"/>
            <ac:spMk id="9" creationId="{68DA7E22-AE42-5B90-93D7-8454C16D0465}"/>
          </ac:spMkLst>
        </pc:spChg>
        <pc:spChg chg="add del mod">
          <ac:chgData name="Viet-Hung Nguyen" userId="88ab1737-f544-455f-9872-7aa9eb73f0ba" providerId="ADAL" clId="{307F2DD5-C182-4E7F-9086-786FCB67D521}" dt="2024-04-30T04:42:59.970" v="373" actId="478"/>
          <ac:spMkLst>
            <pc:docMk/>
            <pc:sldMk cId="2556322351" sldId="332"/>
            <ac:spMk id="10" creationId="{BA1478BA-D33D-3032-F0F5-2818921222EF}"/>
          </ac:spMkLst>
        </pc:spChg>
        <pc:spChg chg="add del mod ord">
          <ac:chgData name="Viet-Hung Nguyen" userId="88ab1737-f544-455f-9872-7aa9eb73f0ba" providerId="ADAL" clId="{307F2DD5-C182-4E7F-9086-786FCB67D521}" dt="2024-04-30T04:39:12.577" v="185" actId="700"/>
          <ac:spMkLst>
            <pc:docMk/>
            <pc:sldMk cId="2556322351" sldId="332"/>
            <ac:spMk id="12" creationId="{AFBDCBCD-8D7D-A3A2-69A1-B3D7B83FEC3A}"/>
          </ac:spMkLst>
        </pc:spChg>
        <pc:spChg chg="add del mod">
          <ac:chgData name="Viet-Hung Nguyen" userId="88ab1737-f544-455f-9872-7aa9eb73f0ba" providerId="ADAL" clId="{307F2DD5-C182-4E7F-9086-786FCB67D521}" dt="2024-04-30T04:39:12.577" v="185" actId="700"/>
          <ac:spMkLst>
            <pc:docMk/>
            <pc:sldMk cId="2556322351" sldId="332"/>
            <ac:spMk id="14" creationId="{CFA6D460-5B15-4CF8-4978-5C1801108727}"/>
          </ac:spMkLst>
        </pc:spChg>
        <pc:spChg chg="add del mod ord">
          <ac:chgData name="Viet-Hung Nguyen" userId="88ab1737-f544-455f-9872-7aa9eb73f0ba" providerId="ADAL" clId="{307F2DD5-C182-4E7F-9086-786FCB67D521}" dt="2024-04-30T04:39:12.577" v="185" actId="700"/>
          <ac:spMkLst>
            <pc:docMk/>
            <pc:sldMk cId="2556322351" sldId="332"/>
            <ac:spMk id="16" creationId="{F40673AD-E9B6-D15F-CD45-20E0548D7B22}"/>
          </ac:spMkLst>
        </pc:spChg>
      </pc:sldChg>
      <pc:sldChg chg="modSp new mod modAnim modNotesTx">
        <pc:chgData name="Viet-Hung Nguyen" userId="88ab1737-f544-455f-9872-7aa9eb73f0ba" providerId="ADAL" clId="{307F2DD5-C182-4E7F-9086-786FCB67D521}" dt="2024-04-30T06:39:48.214" v="2780"/>
        <pc:sldMkLst>
          <pc:docMk/>
          <pc:sldMk cId="3308627593" sldId="333"/>
        </pc:sldMkLst>
        <pc:spChg chg="mod">
          <ac:chgData name="Viet-Hung Nguyen" userId="88ab1737-f544-455f-9872-7aa9eb73f0ba" providerId="ADAL" clId="{307F2DD5-C182-4E7F-9086-786FCB67D521}" dt="2024-04-30T04:56:20.049" v="820" actId="20577"/>
          <ac:spMkLst>
            <pc:docMk/>
            <pc:sldMk cId="3308627593" sldId="333"/>
            <ac:spMk id="2" creationId="{19FF3D30-B462-B864-AE8B-A5B33F5A087A}"/>
          </ac:spMkLst>
        </pc:spChg>
        <pc:spChg chg="mod">
          <ac:chgData name="Viet-Hung Nguyen" userId="88ab1737-f544-455f-9872-7aa9eb73f0ba" providerId="ADAL" clId="{307F2DD5-C182-4E7F-9086-786FCB67D521}" dt="2024-04-30T05:00:19.344" v="941" actId="14100"/>
          <ac:spMkLst>
            <pc:docMk/>
            <pc:sldMk cId="3308627593" sldId="333"/>
            <ac:spMk id="3" creationId="{1E744038-D8FD-0C29-1513-45E6C016BFF4}"/>
          </ac:spMkLst>
        </pc:spChg>
      </pc:sldChg>
      <pc:sldChg chg="addSp delSp modSp new mod modAnim modNotesTx">
        <pc:chgData name="Viet-Hung Nguyen" userId="88ab1737-f544-455f-9872-7aa9eb73f0ba" providerId="ADAL" clId="{307F2DD5-C182-4E7F-9086-786FCB67D521}" dt="2024-04-30T06:40:14.746" v="2782"/>
        <pc:sldMkLst>
          <pc:docMk/>
          <pc:sldMk cId="1313166050" sldId="334"/>
        </pc:sldMkLst>
        <pc:spChg chg="del">
          <ac:chgData name="Viet-Hung Nguyen" userId="88ab1737-f544-455f-9872-7aa9eb73f0ba" providerId="ADAL" clId="{307F2DD5-C182-4E7F-9086-786FCB67D521}" dt="2024-04-30T05:05:18.350" v="970" actId="478"/>
          <ac:spMkLst>
            <pc:docMk/>
            <pc:sldMk cId="1313166050" sldId="334"/>
            <ac:spMk id="2" creationId="{E6D61713-0082-6A44-64E8-A27CED2C463C}"/>
          </ac:spMkLst>
        </pc:spChg>
        <pc:spChg chg="mod">
          <ac:chgData name="Viet-Hung Nguyen" userId="88ab1737-f544-455f-9872-7aa9eb73f0ba" providerId="ADAL" clId="{307F2DD5-C182-4E7F-9086-786FCB67D521}" dt="2024-04-30T05:17:46.809" v="1470" actId="1036"/>
          <ac:spMkLst>
            <pc:docMk/>
            <pc:sldMk cId="1313166050" sldId="334"/>
            <ac:spMk id="3" creationId="{79156617-8E4C-9900-676D-7A2AD2564DC7}"/>
          </ac:spMkLst>
        </pc:spChg>
        <pc:spChg chg="add mod">
          <ac:chgData name="Viet-Hung Nguyen" userId="88ab1737-f544-455f-9872-7aa9eb73f0ba" providerId="ADAL" clId="{307F2DD5-C182-4E7F-9086-786FCB67D521}" dt="2024-04-30T05:09:54.789" v="1071" actId="1076"/>
          <ac:spMkLst>
            <pc:docMk/>
            <pc:sldMk cId="1313166050" sldId="334"/>
            <ac:spMk id="5" creationId="{595D3B02-5BC4-4897-0FAE-929B7A0F8522}"/>
          </ac:spMkLst>
        </pc:spChg>
        <pc:spChg chg="add mod">
          <ac:chgData name="Viet-Hung Nguyen" userId="88ab1737-f544-455f-9872-7aa9eb73f0ba" providerId="ADAL" clId="{307F2DD5-C182-4E7F-9086-786FCB67D521}" dt="2024-04-30T05:09:49.465" v="1070" actId="1035"/>
          <ac:spMkLst>
            <pc:docMk/>
            <pc:sldMk cId="1313166050" sldId="334"/>
            <ac:spMk id="6" creationId="{D654E773-5080-1A97-495D-1B8274BF6652}"/>
          </ac:spMkLst>
        </pc:spChg>
        <pc:spChg chg="add mod">
          <ac:chgData name="Viet-Hung Nguyen" userId="88ab1737-f544-455f-9872-7aa9eb73f0ba" providerId="ADAL" clId="{307F2DD5-C182-4E7F-9086-786FCB67D521}" dt="2024-04-30T05:09:49.465" v="1070" actId="1035"/>
          <ac:spMkLst>
            <pc:docMk/>
            <pc:sldMk cId="1313166050" sldId="334"/>
            <ac:spMk id="7" creationId="{473B0484-DAD5-76A6-67B8-9C79B3829B1C}"/>
          </ac:spMkLst>
        </pc:spChg>
        <pc:spChg chg="add del">
          <ac:chgData name="Viet-Hung Nguyen" userId="88ab1737-f544-455f-9872-7aa9eb73f0ba" providerId="ADAL" clId="{307F2DD5-C182-4E7F-9086-786FCB67D521}" dt="2024-04-30T05:10:01.724" v="1073" actId="478"/>
          <ac:spMkLst>
            <pc:docMk/>
            <pc:sldMk cId="1313166050" sldId="334"/>
            <ac:spMk id="8" creationId="{1FD28214-10F1-FEE1-AA6F-D7C6559012FB}"/>
          </ac:spMkLst>
        </pc:spChg>
        <pc:spChg chg="add mod">
          <ac:chgData name="Viet-Hung Nguyen" userId="88ab1737-f544-455f-9872-7aa9eb73f0ba" providerId="ADAL" clId="{307F2DD5-C182-4E7F-9086-786FCB67D521}" dt="2024-04-30T05:10:20.512" v="1098" actId="1076"/>
          <ac:spMkLst>
            <pc:docMk/>
            <pc:sldMk cId="1313166050" sldId="334"/>
            <ac:spMk id="9" creationId="{BEBE34BA-A418-2584-9D0C-397C23776390}"/>
          </ac:spMkLst>
        </pc:spChg>
        <pc:cxnChg chg="add mod">
          <ac:chgData name="Viet-Hung Nguyen" userId="88ab1737-f544-455f-9872-7aa9eb73f0ba" providerId="ADAL" clId="{307F2DD5-C182-4E7F-9086-786FCB67D521}" dt="2024-04-30T05:13:50.497" v="1136" actId="692"/>
          <ac:cxnSpMkLst>
            <pc:docMk/>
            <pc:sldMk cId="1313166050" sldId="334"/>
            <ac:cxnSpMk id="11" creationId="{52005A88-62BD-AF89-24FE-CA92F092DA0C}"/>
          </ac:cxnSpMkLst>
        </pc:cxnChg>
        <pc:cxnChg chg="add mod">
          <ac:chgData name="Viet-Hung Nguyen" userId="88ab1737-f544-455f-9872-7aa9eb73f0ba" providerId="ADAL" clId="{307F2DD5-C182-4E7F-9086-786FCB67D521}" dt="2024-04-30T05:13:43.904" v="1135" actId="692"/>
          <ac:cxnSpMkLst>
            <pc:docMk/>
            <pc:sldMk cId="1313166050" sldId="334"/>
            <ac:cxnSpMk id="15" creationId="{8A240411-DD04-17F2-086F-3C83A24185C0}"/>
          </ac:cxnSpMkLst>
        </pc:cxnChg>
        <pc:cxnChg chg="add mod">
          <ac:chgData name="Viet-Hung Nguyen" userId="88ab1737-f544-455f-9872-7aa9eb73f0ba" providerId="ADAL" clId="{307F2DD5-C182-4E7F-9086-786FCB67D521}" dt="2024-04-30T05:13:56.255" v="1137" actId="14100"/>
          <ac:cxnSpMkLst>
            <pc:docMk/>
            <pc:sldMk cId="1313166050" sldId="334"/>
            <ac:cxnSpMk id="18" creationId="{65C6F597-78F9-F4B8-B90C-8073683749B4}"/>
          </ac:cxnSpMkLst>
        </pc:cxnChg>
      </pc:sldChg>
      <pc:sldChg chg="modSp new mod">
        <pc:chgData name="Viet-Hung Nguyen" userId="88ab1737-f544-455f-9872-7aa9eb73f0ba" providerId="ADAL" clId="{307F2DD5-C182-4E7F-9086-786FCB67D521}" dt="2024-04-30T05:18:11.380" v="1550" actId="20577"/>
        <pc:sldMkLst>
          <pc:docMk/>
          <pc:sldMk cId="2745838803" sldId="335"/>
        </pc:sldMkLst>
        <pc:spChg chg="mod">
          <ac:chgData name="Viet-Hung Nguyen" userId="88ab1737-f544-455f-9872-7aa9eb73f0ba" providerId="ADAL" clId="{307F2DD5-C182-4E7F-9086-786FCB67D521}" dt="2024-04-30T05:17:50.501" v="1477" actId="20577"/>
          <ac:spMkLst>
            <pc:docMk/>
            <pc:sldMk cId="2745838803" sldId="335"/>
            <ac:spMk id="2" creationId="{AAA553E8-A703-176A-231F-D47F75E64049}"/>
          </ac:spMkLst>
        </pc:spChg>
        <pc:spChg chg="mod">
          <ac:chgData name="Viet-Hung Nguyen" userId="88ab1737-f544-455f-9872-7aa9eb73f0ba" providerId="ADAL" clId="{307F2DD5-C182-4E7F-9086-786FCB67D521}" dt="2024-04-30T05:18:11.380" v="1550" actId="20577"/>
          <ac:spMkLst>
            <pc:docMk/>
            <pc:sldMk cId="2745838803" sldId="335"/>
            <ac:spMk id="3" creationId="{5DF8F40F-E4A0-3F32-2682-F44221C05210}"/>
          </ac:spMkLst>
        </pc:spChg>
      </pc:sldChg>
      <pc:sldChg chg="addSp modSp new mod modAnim modNotesTx">
        <pc:chgData name="Viet-Hung Nguyen" userId="88ab1737-f544-455f-9872-7aa9eb73f0ba" providerId="ADAL" clId="{307F2DD5-C182-4E7F-9086-786FCB67D521}" dt="2024-04-30T07:19:44.485" v="2925"/>
        <pc:sldMkLst>
          <pc:docMk/>
          <pc:sldMk cId="985893637" sldId="336"/>
        </pc:sldMkLst>
        <pc:spChg chg="mod">
          <ac:chgData name="Viet-Hung Nguyen" userId="88ab1737-f544-455f-9872-7aa9eb73f0ba" providerId="ADAL" clId="{307F2DD5-C182-4E7F-9086-786FCB67D521}" dt="2024-04-30T07:19:19.586" v="2904" actId="1035"/>
          <ac:spMkLst>
            <pc:docMk/>
            <pc:sldMk cId="985893637" sldId="336"/>
            <ac:spMk id="2" creationId="{C870CDA3-EFAF-C0B7-1176-AC9044B378C3}"/>
          </ac:spMkLst>
        </pc:spChg>
        <pc:spChg chg="mod">
          <ac:chgData name="Viet-Hung Nguyen" userId="88ab1737-f544-455f-9872-7aa9eb73f0ba" providerId="ADAL" clId="{307F2DD5-C182-4E7F-9086-786FCB67D521}" dt="2024-04-30T07:19:24.124" v="2923" actId="1036"/>
          <ac:spMkLst>
            <pc:docMk/>
            <pc:sldMk cId="985893637" sldId="336"/>
            <ac:spMk id="3" creationId="{0F27AC5C-B1C0-BB73-294B-E2A388F08B9F}"/>
          </ac:spMkLst>
        </pc:spChg>
        <pc:spChg chg="add mod">
          <ac:chgData name="Viet-Hung Nguyen" userId="88ab1737-f544-455f-9872-7aa9eb73f0ba" providerId="ADAL" clId="{307F2DD5-C182-4E7F-9086-786FCB67D521}" dt="2024-04-30T07:19:27.973" v="2924" actId="1076"/>
          <ac:spMkLst>
            <pc:docMk/>
            <pc:sldMk cId="985893637" sldId="336"/>
            <ac:spMk id="5" creationId="{7EBC892B-05D4-BB87-6EC0-14E1FD4F179B}"/>
          </ac:spMkLst>
        </pc:spChg>
      </pc:sldChg>
      <pc:sldChg chg="addSp delSp modSp new mod modClrScheme modAnim chgLayout modNotesTx">
        <pc:chgData name="Viet-Hung Nguyen" userId="88ab1737-f544-455f-9872-7aa9eb73f0ba" providerId="ADAL" clId="{307F2DD5-C182-4E7F-9086-786FCB67D521}" dt="2024-04-30T07:20:06.238" v="2927"/>
        <pc:sldMkLst>
          <pc:docMk/>
          <pc:sldMk cId="2108181439" sldId="337"/>
        </pc:sldMkLst>
        <pc:spChg chg="del mod ord">
          <ac:chgData name="Viet-Hung Nguyen" userId="88ab1737-f544-455f-9872-7aa9eb73f0ba" providerId="ADAL" clId="{307F2DD5-C182-4E7F-9086-786FCB67D521}" dt="2024-04-30T05:23:30.846" v="1944" actId="700"/>
          <ac:spMkLst>
            <pc:docMk/>
            <pc:sldMk cId="2108181439" sldId="337"/>
            <ac:spMk id="2" creationId="{319E2DE0-65BB-A604-7ACA-534943376DE4}"/>
          </ac:spMkLst>
        </pc:spChg>
        <pc:spChg chg="del mod ord">
          <ac:chgData name="Viet-Hung Nguyen" userId="88ab1737-f544-455f-9872-7aa9eb73f0ba" providerId="ADAL" clId="{307F2DD5-C182-4E7F-9086-786FCB67D521}" dt="2024-04-30T05:23:30.846" v="1944" actId="700"/>
          <ac:spMkLst>
            <pc:docMk/>
            <pc:sldMk cId="2108181439" sldId="337"/>
            <ac:spMk id="3" creationId="{3B05AAF8-FD1E-524B-29E8-E286CE708FE6}"/>
          </ac:spMkLst>
        </pc:spChg>
        <pc:spChg chg="mod ord">
          <ac:chgData name="Viet-Hung Nguyen" userId="88ab1737-f544-455f-9872-7aa9eb73f0ba" providerId="ADAL" clId="{307F2DD5-C182-4E7F-9086-786FCB67D521}" dt="2024-04-30T05:23:30.846" v="1944" actId="700"/>
          <ac:spMkLst>
            <pc:docMk/>
            <pc:sldMk cId="2108181439" sldId="337"/>
            <ac:spMk id="4" creationId="{ED9536AA-5CED-64FA-E03E-036CAD415EF0}"/>
          </ac:spMkLst>
        </pc:spChg>
        <pc:spChg chg="add del mod ord">
          <ac:chgData name="Viet-Hung Nguyen" userId="88ab1737-f544-455f-9872-7aa9eb73f0ba" providerId="ADAL" clId="{307F2DD5-C182-4E7F-9086-786FCB67D521}" dt="2024-04-30T05:28:20.540" v="1978" actId="478"/>
          <ac:spMkLst>
            <pc:docMk/>
            <pc:sldMk cId="2108181439" sldId="337"/>
            <ac:spMk id="5" creationId="{6DE903E0-3D18-5A44-C0DC-287E327C7E17}"/>
          </ac:spMkLst>
        </pc:spChg>
        <pc:spChg chg="add mod ord">
          <ac:chgData name="Viet-Hung Nguyen" userId="88ab1737-f544-455f-9872-7aa9eb73f0ba" providerId="ADAL" clId="{307F2DD5-C182-4E7F-9086-786FCB67D521}" dt="2024-04-30T05:34:21.040" v="2249" actId="1076"/>
          <ac:spMkLst>
            <pc:docMk/>
            <pc:sldMk cId="2108181439" sldId="337"/>
            <ac:spMk id="6" creationId="{9C5CD9DA-D37D-1C0A-7FB6-F0991CFAD869}"/>
          </ac:spMkLst>
        </pc:spChg>
        <pc:spChg chg="add del mod ord">
          <ac:chgData name="Viet-Hung Nguyen" userId="88ab1737-f544-455f-9872-7aa9eb73f0ba" providerId="ADAL" clId="{307F2DD5-C182-4E7F-9086-786FCB67D521}" dt="2024-04-30T05:33:57.439" v="2246" actId="478"/>
          <ac:spMkLst>
            <pc:docMk/>
            <pc:sldMk cId="2108181439" sldId="337"/>
            <ac:spMk id="7" creationId="{7593BF09-FF42-CC04-7172-84B7023BB906}"/>
          </ac:spMkLst>
        </pc:spChg>
        <pc:spChg chg="add del mod">
          <ac:chgData name="Viet-Hung Nguyen" userId="88ab1737-f544-455f-9872-7aa9eb73f0ba" providerId="ADAL" clId="{307F2DD5-C182-4E7F-9086-786FCB67D521}" dt="2024-04-30T05:31:39.023" v="2222" actId="478"/>
          <ac:spMkLst>
            <pc:docMk/>
            <pc:sldMk cId="2108181439" sldId="337"/>
            <ac:spMk id="13" creationId="{F17AA29D-150C-A9E6-9FD1-6B18BAB8BB96}"/>
          </ac:spMkLst>
        </pc:spChg>
        <pc:spChg chg="add mod">
          <ac:chgData name="Viet-Hung Nguyen" userId="88ab1737-f544-455f-9872-7aa9eb73f0ba" providerId="ADAL" clId="{307F2DD5-C182-4E7F-9086-786FCB67D521}" dt="2024-04-30T05:34:23.749" v="2250" actId="1076"/>
          <ac:spMkLst>
            <pc:docMk/>
            <pc:sldMk cId="2108181439" sldId="337"/>
            <ac:spMk id="14" creationId="{6EF017B0-60D9-9523-AF3D-B0FEB6792ACE}"/>
          </ac:spMkLst>
        </pc:spChg>
        <pc:spChg chg="add mod">
          <ac:chgData name="Viet-Hung Nguyen" userId="88ab1737-f544-455f-9872-7aa9eb73f0ba" providerId="ADAL" clId="{307F2DD5-C182-4E7F-9086-786FCB67D521}" dt="2024-04-30T07:18:55.250" v="2882"/>
          <ac:spMkLst>
            <pc:docMk/>
            <pc:sldMk cId="2108181439" sldId="337"/>
            <ac:spMk id="15" creationId="{3BD4FFBB-A036-2DC2-0369-516518EB0B74}"/>
          </ac:spMkLst>
        </pc:spChg>
        <pc:spChg chg="add mod">
          <ac:chgData name="Viet-Hung Nguyen" userId="88ab1737-f544-455f-9872-7aa9eb73f0ba" providerId="ADAL" clId="{307F2DD5-C182-4E7F-9086-786FCB67D521}" dt="2024-04-30T07:18:55.250" v="2882"/>
          <ac:spMkLst>
            <pc:docMk/>
            <pc:sldMk cId="2108181439" sldId="337"/>
            <ac:spMk id="16" creationId="{6A668C43-5143-4864-F7BE-C46DE42586E7}"/>
          </ac:spMkLst>
        </pc:spChg>
        <pc:spChg chg="add mod">
          <ac:chgData name="Viet-Hung Nguyen" userId="88ab1737-f544-455f-9872-7aa9eb73f0ba" providerId="ADAL" clId="{307F2DD5-C182-4E7F-9086-786FCB67D521}" dt="2024-04-30T07:18:55.250" v="2882"/>
          <ac:spMkLst>
            <pc:docMk/>
            <pc:sldMk cId="2108181439" sldId="337"/>
            <ac:spMk id="17" creationId="{F0D702CB-B889-AE79-A35D-7DFDF09ACB33}"/>
          </ac:spMkLst>
        </pc:spChg>
        <pc:picChg chg="add del mod">
          <ac:chgData name="Viet-Hung Nguyen" userId="88ab1737-f544-455f-9872-7aa9eb73f0ba" providerId="ADAL" clId="{307F2DD5-C182-4E7F-9086-786FCB67D521}" dt="2024-04-30T05:27:04.633" v="1971" actId="478"/>
          <ac:picMkLst>
            <pc:docMk/>
            <pc:sldMk cId="2108181439" sldId="337"/>
            <ac:picMk id="9" creationId="{C1EE7FB4-B843-F83E-40DE-D2FA2C9EA672}"/>
          </ac:picMkLst>
        </pc:picChg>
        <pc:picChg chg="add del mod">
          <ac:chgData name="Viet-Hung Nguyen" userId="88ab1737-f544-455f-9872-7aa9eb73f0ba" providerId="ADAL" clId="{307F2DD5-C182-4E7F-9086-786FCB67D521}" dt="2024-04-30T05:27:04.633" v="1971" actId="478"/>
          <ac:picMkLst>
            <pc:docMk/>
            <pc:sldMk cId="2108181439" sldId="337"/>
            <ac:picMk id="11" creationId="{306F84ED-C8D2-83A8-4AAB-A5DF0F8B021D}"/>
          </ac:picMkLst>
        </pc:picChg>
        <pc:picChg chg="add del mod">
          <ac:chgData name="Viet-Hung Nguyen" userId="88ab1737-f544-455f-9872-7aa9eb73f0ba" providerId="ADAL" clId="{307F2DD5-C182-4E7F-9086-786FCB67D521}" dt="2024-04-30T05:25:06.491" v="1959" actId="478"/>
          <ac:picMkLst>
            <pc:docMk/>
            <pc:sldMk cId="2108181439" sldId="337"/>
            <ac:picMk id="1026" creationId="{06642A4B-1C4A-85ED-C8D3-CB239AE208D3}"/>
          </ac:picMkLst>
        </pc:picChg>
        <pc:cxnChg chg="add mod">
          <ac:chgData name="Viet-Hung Nguyen" userId="88ab1737-f544-455f-9872-7aa9eb73f0ba" providerId="ADAL" clId="{307F2DD5-C182-4E7F-9086-786FCB67D521}" dt="2024-04-30T07:18:55.250" v="2882"/>
          <ac:cxnSpMkLst>
            <pc:docMk/>
            <pc:sldMk cId="2108181439" sldId="337"/>
            <ac:cxnSpMk id="18" creationId="{9421C582-586D-C626-D93B-E9833DAC950E}"/>
          </ac:cxnSpMkLst>
        </pc:cxnChg>
        <pc:cxnChg chg="add mod">
          <ac:chgData name="Viet-Hung Nguyen" userId="88ab1737-f544-455f-9872-7aa9eb73f0ba" providerId="ADAL" clId="{307F2DD5-C182-4E7F-9086-786FCB67D521}" dt="2024-04-30T07:18:55.250" v="2882"/>
          <ac:cxnSpMkLst>
            <pc:docMk/>
            <pc:sldMk cId="2108181439" sldId="337"/>
            <ac:cxnSpMk id="19" creationId="{B8E9C99E-CDEF-76D6-135C-384A733005C7}"/>
          </ac:cxnSpMkLst>
        </pc:cxnChg>
      </pc:sldChg>
      <pc:sldChg chg="addSp delSp modSp new mod modClrScheme modAnim chgLayout">
        <pc:chgData name="Viet-Hung Nguyen" userId="88ab1737-f544-455f-9872-7aa9eb73f0ba" providerId="ADAL" clId="{307F2DD5-C182-4E7F-9086-786FCB67D521}" dt="2024-04-30T07:20:19.007" v="2928"/>
        <pc:sldMkLst>
          <pc:docMk/>
          <pc:sldMk cId="3827808073" sldId="338"/>
        </pc:sldMkLst>
        <pc:spChg chg="del mod ord">
          <ac:chgData name="Viet-Hung Nguyen" userId="88ab1737-f544-455f-9872-7aa9eb73f0ba" providerId="ADAL" clId="{307F2DD5-C182-4E7F-9086-786FCB67D521}" dt="2024-04-30T05:36:37.526" v="2252" actId="700"/>
          <ac:spMkLst>
            <pc:docMk/>
            <pc:sldMk cId="3827808073" sldId="338"/>
            <ac:spMk id="2" creationId="{8C781136-E1E5-217C-3CF9-07C0C3FA531E}"/>
          </ac:spMkLst>
        </pc:spChg>
        <pc:spChg chg="del mod ord">
          <ac:chgData name="Viet-Hung Nguyen" userId="88ab1737-f544-455f-9872-7aa9eb73f0ba" providerId="ADAL" clId="{307F2DD5-C182-4E7F-9086-786FCB67D521}" dt="2024-04-30T05:36:37.526" v="2252" actId="700"/>
          <ac:spMkLst>
            <pc:docMk/>
            <pc:sldMk cId="3827808073" sldId="338"/>
            <ac:spMk id="3" creationId="{BD63888C-519D-BC9E-7C3B-E8DE39D10062}"/>
          </ac:spMkLst>
        </pc:spChg>
        <pc:spChg chg="del mod ord">
          <ac:chgData name="Viet-Hung Nguyen" userId="88ab1737-f544-455f-9872-7aa9eb73f0ba" providerId="ADAL" clId="{307F2DD5-C182-4E7F-9086-786FCB67D521}" dt="2024-04-30T05:36:37.526" v="2252" actId="700"/>
          <ac:spMkLst>
            <pc:docMk/>
            <pc:sldMk cId="3827808073" sldId="338"/>
            <ac:spMk id="4" creationId="{E0D0760D-13AF-4021-94A2-793BCC4A4913}"/>
          </ac:spMkLst>
        </pc:spChg>
        <pc:spChg chg="mod ord">
          <ac:chgData name="Viet-Hung Nguyen" userId="88ab1737-f544-455f-9872-7aa9eb73f0ba" providerId="ADAL" clId="{307F2DD5-C182-4E7F-9086-786FCB67D521}" dt="2024-04-30T05:36:39.688" v="2253" actId="700"/>
          <ac:spMkLst>
            <pc:docMk/>
            <pc:sldMk cId="3827808073" sldId="338"/>
            <ac:spMk id="5" creationId="{BB98A16F-F914-0283-0FFA-2F863D500201}"/>
          </ac:spMkLst>
        </pc:spChg>
        <pc:spChg chg="add del mod ord">
          <ac:chgData name="Viet-Hung Nguyen" userId="88ab1737-f544-455f-9872-7aa9eb73f0ba" providerId="ADAL" clId="{307F2DD5-C182-4E7F-9086-786FCB67D521}" dt="2024-04-30T05:36:39.688" v="2253" actId="700"/>
          <ac:spMkLst>
            <pc:docMk/>
            <pc:sldMk cId="3827808073" sldId="338"/>
            <ac:spMk id="6" creationId="{A397F794-C854-9B1C-FB0C-A34A41ED8A3C}"/>
          </ac:spMkLst>
        </pc:spChg>
        <pc:spChg chg="add del mod ord">
          <ac:chgData name="Viet-Hung Nguyen" userId="88ab1737-f544-455f-9872-7aa9eb73f0ba" providerId="ADAL" clId="{307F2DD5-C182-4E7F-9086-786FCB67D521}" dt="2024-04-30T05:36:39.688" v="2253" actId="700"/>
          <ac:spMkLst>
            <pc:docMk/>
            <pc:sldMk cId="3827808073" sldId="338"/>
            <ac:spMk id="7" creationId="{27A8DDE2-8D9A-50D4-4804-AB4D34016878}"/>
          </ac:spMkLst>
        </pc:spChg>
        <pc:spChg chg="add del mod ord">
          <ac:chgData name="Viet-Hung Nguyen" userId="88ab1737-f544-455f-9872-7aa9eb73f0ba" providerId="ADAL" clId="{307F2DD5-C182-4E7F-9086-786FCB67D521}" dt="2024-04-30T05:36:39.688" v="2253" actId="700"/>
          <ac:spMkLst>
            <pc:docMk/>
            <pc:sldMk cId="3827808073" sldId="338"/>
            <ac:spMk id="8" creationId="{86E773C3-9B1C-C3FA-662F-2234F49FF72C}"/>
          </ac:spMkLst>
        </pc:spChg>
        <pc:spChg chg="add mod ord">
          <ac:chgData name="Viet-Hung Nguyen" userId="88ab1737-f544-455f-9872-7aa9eb73f0ba" providerId="ADAL" clId="{307F2DD5-C182-4E7F-9086-786FCB67D521}" dt="2024-04-30T05:36:42.686" v="2265" actId="20577"/>
          <ac:spMkLst>
            <pc:docMk/>
            <pc:sldMk cId="3827808073" sldId="338"/>
            <ac:spMk id="9" creationId="{EC583BC9-B6B7-F9BC-810B-11C746A9610D}"/>
          </ac:spMkLst>
        </pc:spChg>
        <pc:spChg chg="add mod ord">
          <ac:chgData name="Viet-Hung Nguyen" userId="88ab1737-f544-455f-9872-7aa9eb73f0ba" providerId="ADAL" clId="{307F2DD5-C182-4E7F-9086-786FCB67D521}" dt="2024-04-30T07:18:43.979" v="2881" actId="1076"/>
          <ac:spMkLst>
            <pc:docMk/>
            <pc:sldMk cId="3827808073" sldId="338"/>
            <ac:spMk id="10" creationId="{45F76268-CBAB-0EF3-7160-D38A57A3F163}"/>
          </ac:spMkLst>
        </pc:spChg>
        <pc:spChg chg="add mod">
          <ac:chgData name="Viet-Hung Nguyen" userId="88ab1737-f544-455f-9872-7aa9eb73f0ba" providerId="ADAL" clId="{307F2DD5-C182-4E7F-9086-786FCB67D521}" dt="2024-04-30T07:17:40.135" v="2863" actId="1076"/>
          <ac:spMkLst>
            <pc:docMk/>
            <pc:sldMk cId="3827808073" sldId="338"/>
            <ac:spMk id="11" creationId="{117D1F0F-09F0-435F-F75A-8A0A8D36424C}"/>
          </ac:spMkLst>
        </pc:spChg>
        <pc:spChg chg="add mod">
          <ac:chgData name="Viet-Hung Nguyen" userId="88ab1737-f544-455f-9872-7aa9eb73f0ba" providerId="ADAL" clId="{307F2DD5-C182-4E7F-9086-786FCB67D521}" dt="2024-04-30T07:17:25.861" v="2859" actId="14100"/>
          <ac:spMkLst>
            <pc:docMk/>
            <pc:sldMk cId="3827808073" sldId="338"/>
            <ac:spMk id="12" creationId="{B8463A46-C564-9553-C760-46315A29B876}"/>
          </ac:spMkLst>
        </pc:spChg>
        <pc:spChg chg="add mod">
          <ac:chgData name="Viet-Hung Nguyen" userId="88ab1737-f544-455f-9872-7aa9eb73f0ba" providerId="ADAL" clId="{307F2DD5-C182-4E7F-9086-786FCB67D521}" dt="2024-04-30T07:18:21.737" v="2875" actId="1076"/>
          <ac:spMkLst>
            <pc:docMk/>
            <pc:sldMk cId="3827808073" sldId="338"/>
            <ac:spMk id="13" creationId="{1DC47B55-7F0F-2A26-6E77-C9335374B65C}"/>
          </ac:spMkLst>
        </pc:spChg>
        <pc:spChg chg="add mod">
          <ac:chgData name="Viet-Hung Nguyen" userId="88ab1737-f544-455f-9872-7aa9eb73f0ba" providerId="ADAL" clId="{307F2DD5-C182-4E7F-9086-786FCB67D521}" dt="2024-04-30T07:16:39.060" v="2845" actId="1076"/>
          <ac:spMkLst>
            <pc:docMk/>
            <pc:sldMk cId="3827808073" sldId="338"/>
            <ac:spMk id="14" creationId="{E8A1CD11-8023-EF85-3084-D2A46842EE65}"/>
          </ac:spMkLst>
        </pc:spChg>
        <pc:cxnChg chg="add mod">
          <ac:chgData name="Viet-Hung Nguyen" userId="88ab1737-f544-455f-9872-7aa9eb73f0ba" providerId="ADAL" clId="{307F2DD5-C182-4E7F-9086-786FCB67D521}" dt="2024-04-30T07:18:03.006" v="2870" actId="692"/>
          <ac:cxnSpMkLst>
            <pc:docMk/>
            <pc:sldMk cId="3827808073" sldId="338"/>
            <ac:cxnSpMk id="16" creationId="{75644A1D-CC68-29F7-44E1-D489FE6D017B}"/>
          </ac:cxnSpMkLst>
        </pc:cxnChg>
        <pc:cxnChg chg="add mod">
          <ac:chgData name="Viet-Hung Nguyen" userId="88ab1737-f544-455f-9872-7aa9eb73f0ba" providerId="ADAL" clId="{307F2DD5-C182-4E7F-9086-786FCB67D521}" dt="2024-04-30T07:18:21.737" v="2875" actId="1076"/>
          <ac:cxnSpMkLst>
            <pc:docMk/>
            <pc:sldMk cId="3827808073" sldId="338"/>
            <ac:cxnSpMk id="26" creationId="{EB6D3284-A5F1-7A69-81E7-3A82625A6670}"/>
          </ac:cxnSpMkLst>
        </pc:cxnChg>
        <pc:cxnChg chg="add mod">
          <ac:chgData name="Viet-Hung Nguyen" userId="88ab1737-f544-455f-9872-7aa9eb73f0ba" providerId="ADAL" clId="{307F2DD5-C182-4E7F-9086-786FCB67D521}" dt="2024-04-30T07:18:32.418" v="2879" actId="14100"/>
          <ac:cxnSpMkLst>
            <pc:docMk/>
            <pc:sldMk cId="3827808073" sldId="338"/>
            <ac:cxnSpMk id="30" creationId="{F844E8DC-9E9C-FDCD-E4EC-CDD5E346E1CE}"/>
          </ac:cxnSpMkLst>
        </pc:cxnChg>
      </pc:sldChg>
      <pc:sldChg chg="addSp delSp modSp new mod modClrScheme modAnim chgLayout">
        <pc:chgData name="Viet-Hung Nguyen" userId="88ab1737-f544-455f-9872-7aa9eb73f0ba" providerId="ADAL" clId="{307F2DD5-C182-4E7F-9086-786FCB67D521}" dt="2024-04-30T07:20:23.859" v="2929"/>
        <pc:sldMkLst>
          <pc:docMk/>
          <pc:sldMk cId="641737480" sldId="339"/>
        </pc:sldMkLst>
        <pc:spChg chg="del mod ord">
          <ac:chgData name="Viet-Hung Nguyen" userId="88ab1737-f544-455f-9872-7aa9eb73f0ba" providerId="ADAL" clId="{307F2DD5-C182-4E7F-9086-786FCB67D521}" dt="2024-04-30T05:39:00.297" v="2360" actId="700"/>
          <ac:spMkLst>
            <pc:docMk/>
            <pc:sldMk cId="641737480" sldId="339"/>
            <ac:spMk id="2" creationId="{AFA43FB0-7871-96E0-30ED-7CF3D38087A4}"/>
          </ac:spMkLst>
        </pc:spChg>
        <pc:spChg chg="del mod ord">
          <ac:chgData name="Viet-Hung Nguyen" userId="88ab1737-f544-455f-9872-7aa9eb73f0ba" providerId="ADAL" clId="{307F2DD5-C182-4E7F-9086-786FCB67D521}" dt="2024-04-30T05:39:00.297" v="2360" actId="700"/>
          <ac:spMkLst>
            <pc:docMk/>
            <pc:sldMk cId="641737480" sldId="339"/>
            <ac:spMk id="3" creationId="{BDDA4345-660E-42FD-3201-C571B892BEC1}"/>
          </ac:spMkLst>
        </pc:spChg>
        <pc:spChg chg="mod ord">
          <ac:chgData name="Viet-Hung Nguyen" userId="88ab1737-f544-455f-9872-7aa9eb73f0ba" providerId="ADAL" clId="{307F2DD5-C182-4E7F-9086-786FCB67D521}" dt="2024-04-30T05:39:00.297" v="2360" actId="700"/>
          <ac:spMkLst>
            <pc:docMk/>
            <pc:sldMk cId="641737480" sldId="339"/>
            <ac:spMk id="4" creationId="{BC98092D-4D5B-A427-77B3-968FEDDDF1C3}"/>
          </ac:spMkLst>
        </pc:spChg>
        <pc:spChg chg="add mod ord">
          <ac:chgData name="Viet-Hung Nguyen" userId="88ab1737-f544-455f-9872-7aa9eb73f0ba" providerId="ADAL" clId="{307F2DD5-C182-4E7F-9086-786FCB67D521}" dt="2024-04-30T05:39:03.839" v="2378" actId="20577"/>
          <ac:spMkLst>
            <pc:docMk/>
            <pc:sldMk cId="641737480" sldId="339"/>
            <ac:spMk id="5" creationId="{1E8C7664-376D-5592-F798-506449B15E35}"/>
          </ac:spMkLst>
        </pc:spChg>
        <pc:spChg chg="add del mod ord">
          <ac:chgData name="Viet-Hung Nguyen" userId="88ab1737-f544-455f-9872-7aa9eb73f0ba" providerId="ADAL" clId="{307F2DD5-C182-4E7F-9086-786FCB67D521}" dt="2024-04-30T05:39:07.116" v="2379" actId="478"/>
          <ac:spMkLst>
            <pc:docMk/>
            <pc:sldMk cId="641737480" sldId="339"/>
            <ac:spMk id="6" creationId="{EA7905D0-9A30-000A-8671-FFAEFA67611E}"/>
          </ac:spMkLst>
        </pc:spChg>
        <pc:spChg chg="add mod ord">
          <ac:chgData name="Viet-Hung Nguyen" userId="88ab1737-f544-455f-9872-7aa9eb73f0ba" providerId="ADAL" clId="{307F2DD5-C182-4E7F-9086-786FCB67D521}" dt="2024-04-30T05:49:41.770" v="2668" actId="20577"/>
          <ac:spMkLst>
            <pc:docMk/>
            <pc:sldMk cId="641737480" sldId="339"/>
            <ac:spMk id="7" creationId="{90359A42-ED0F-DF98-4113-1E39F5A478D9}"/>
          </ac:spMkLst>
        </pc:spChg>
      </pc:sldChg>
      <pc:sldChg chg="addSp delSp modSp new mod modClrScheme chgLayout">
        <pc:chgData name="Viet-Hung Nguyen" userId="88ab1737-f544-455f-9872-7aa9eb73f0ba" providerId="ADAL" clId="{307F2DD5-C182-4E7F-9086-786FCB67D521}" dt="2024-04-30T06:29:04.354" v="2769" actId="1076"/>
        <pc:sldMkLst>
          <pc:docMk/>
          <pc:sldMk cId="4254829095" sldId="340"/>
        </pc:sldMkLst>
        <pc:spChg chg="mod">
          <ac:chgData name="Viet-Hung Nguyen" userId="88ab1737-f544-455f-9872-7aa9eb73f0ba" providerId="ADAL" clId="{307F2DD5-C182-4E7F-9086-786FCB67D521}" dt="2024-04-30T06:27:48.694" v="2739" actId="1036"/>
          <ac:spMkLst>
            <pc:docMk/>
            <pc:sldMk cId="4254829095" sldId="340"/>
            <ac:spMk id="2" creationId="{B81BC458-4FD6-16B5-9B63-0586EF6C40B6}"/>
          </ac:spMkLst>
        </pc:spChg>
        <pc:spChg chg="del">
          <ac:chgData name="Viet-Hung Nguyen" userId="88ab1737-f544-455f-9872-7aa9eb73f0ba" providerId="ADAL" clId="{307F2DD5-C182-4E7F-9086-786FCB67D521}" dt="2024-04-30T05:57:53.972" v="2684"/>
          <ac:spMkLst>
            <pc:docMk/>
            <pc:sldMk cId="4254829095" sldId="340"/>
            <ac:spMk id="3" creationId="{D9F1A8D6-7D50-76D1-F5D9-3EF21DF533E3}"/>
          </ac:spMkLst>
        </pc:spChg>
        <pc:spChg chg="add del">
          <ac:chgData name="Viet-Hung Nguyen" userId="88ab1737-f544-455f-9872-7aa9eb73f0ba" providerId="ADAL" clId="{307F2DD5-C182-4E7F-9086-786FCB67D521}" dt="2024-04-30T06:23:49.597" v="2692"/>
          <ac:spMkLst>
            <pc:docMk/>
            <pc:sldMk cId="4254829095" sldId="340"/>
            <ac:spMk id="4" creationId="{4CC3A0D1-5BB1-C51E-E8B1-55297C39D2EE}"/>
          </ac:spMkLst>
        </pc:spChg>
        <pc:spChg chg="mod">
          <ac:chgData name="Viet-Hung Nguyen" userId="88ab1737-f544-455f-9872-7aa9eb73f0ba" providerId="ADAL" clId="{307F2DD5-C182-4E7F-9086-786FCB67D521}" dt="2024-04-30T05:58:08.547" v="2690" actId="26606"/>
          <ac:spMkLst>
            <pc:docMk/>
            <pc:sldMk cId="4254829095" sldId="340"/>
            <ac:spMk id="5" creationId="{B8F49438-23A3-32CA-62AB-D26A477D8533}"/>
          </ac:spMkLst>
        </pc:spChg>
        <pc:graphicFrameChg chg="add mod">
          <ac:chgData name="Viet-Hung Nguyen" userId="88ab1737-f544-455f-9872-7aa9eb73f0ba" providerId="ADAL" clId="{307F2DD5-C182-4E7F-9086-786FCB67D521}" dt="2024-04-30T06:28:45.827" v="2754" actId="14100"/>
          <ac:graphicFrameMkLst>
            <pc:docMk/>
            <pc:sldMk cId="4254829095" sldId="340"/>
            <ac:graphicFrameMk id="6" creationId="{C224A708-41D6-BC91-1D42-2C5343CA0B1E}"/>
          </ac:graphicFrameMkLst>
        </pc:graphicFrameChg>
        <pc:graphicFrameChg chg="add mod">
          <ac:chgData name="Viet-Hung Nguyen" userId="88ab1737-f544-455f-9872-7aa9eb73f0ba" providerId="ADAL" clId="{307F2DD5-C182-4E7F-9086-786FCB67D521}" dt="2024-04-30T06:29:04.354" v="2769" actId="1076"/>
          <ac:graphicFrameMkLst>
            <pc:docMk/>
            <pc:sldMk cId="4254829095" sldId="340"/>
            <ac:graphicFrameMk id="7" creationId="{A2693800-1DBF-713A-F120-4B2348D3DD40}"/>
          </ac:graphicFrameMkLst>
        </pc:graphicFrameChg>
      </pc:sldChg>
      <pc:sldChg chg="modSp new mod">
        <pc:chgData name="Viet-Hung Nguyen" userId="88ab1737-f544-455f-9872-7aa9eb73f0ba" providerId="ADAL" clId="{307F2DD5-C182-4E7F-9086-786FCB67D521}" dt="2024-04-30T07:14:20.700" v="2793" actId="20577"/>
        <pc:sldMkLst>
          <pc:docMk/>
          <pc:sldMk cId="633113159" sldId="341"/>
        </pc:sldMkLst>
        <pc:spChg chg="mod">
          <ac:chgData name="Viet-Hung Nguyen" userId="88ab1737-f544-455f-9872-7aa9eb73f0ba" providerId="ADAL" clId="{307F2DD5-C182-4E7F-9086-786FCB67D521}" dt="2024-04-30T07:14:20.700" v="2793" actId="20577"/>
          <ac:spMkLst>
            <pc:docMk/>
            <pc:sldMk cId="633113159" sldId="341"/>
            <ac:spMk id="2" creationId="{F77C55AB-2CA4-02EA-F338-32B77088C8C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Mappe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sfca-my.sharepoint.com/personal/vnguyen36_dons_usfca_edu/Documents/Junior/2/Honors/Submissions/slideshow_graph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Effect Of</a:t>
            </a:r>
            <a:r>
              <a:rPr lang="en-US" sz="1600" baseline="0"/>
              <a:t> Birth Order On Mental Well-Being</a:t>
            </a:r>
            <a:endParaRPr lang="en-US" sz="16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6680664916885378E-2"/>
          <c:y val="0.16708333333333336"/>
          <c:w val="0.82898088385853841"/>
          <c:h val="0.721258019830854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Tabelle1!$B$5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Tabelle1!$C$4:$D$4</c:f>
              <c:strCache>
                <c:ptCount val="2"/>
                <c:pt idx="0">
                  <c:v>First-born</c:v>
                </c:pt>
                <c:pt idx="1">
                  <c:v>Later-born</c:v>
                </c:pt>
              </c:strCache>
            </c:strRef>
          </c:cat>
          <c:val>
            <c:numRef>
              <c:f>Tabelle1!$C$5:$D$5</c:f>
              <c:numCache>
                <c:formatCode>General</c:formatCode>
                <c:ptCount val="2"/>
                <c:pt idx="0">
                  <c:v>0.3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87-4736-855B-E2F23341928E}"/>
            </c:ext>
          </c:extLst>
        </c:ser>
        <c:ser>
          <c:idx val="1"/>
          <c:order val="1"/>
          <c:tx>
            <c:strRef>
              <c:f>Tabelle1!$B$6</c:f>
              <c:strCache>
                <c:ptCount val="1"/>
                <c:pt idx="0">
                  <c:v>Immigrant Background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Tabelle1!$C$4:$D$4</c:f>
              <c:strCache>
                <c:ptCount val="2"/>
                <c:pt idx="0">
                  <c:v>First-born</c:v>
                </c:pt>
                <c:pt idx="1">
                  <c:v>Later-born</c:v>
                </c:pt>
              </c:strCache>
            </c:strRef>
          </c:cat>
          <c:val>
            <c:numRef>
              <c:f>Tabelle1!$C$6:$D$6</c:f>
              <c:numCache>
                <c:formatCode>General</c:formatCode>
                <c:ptCount val="2"/>
                <c:pt idx="0">
                  <c:v>0.2</c:v>
                </c:pt>
                <c:pt idx="1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87-4736-855B-E2F2334192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36841759"/>
        <c:axId val="1136842239"/>
      </c:barChart>
      <c:catAx>
        <c:axId val="1136841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6842239"/>
        <c:crosses val="autoZero"/>
        <c:auto val="1"/>
        <c:lblAlgn val="ctr"/>
        <c:lblOffset val="100"/>
        <c:noMultiLvlLbl val="0"/>
      </c:catAx>
      <c:valAx>
        <c:axId val="113684223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Mental Well-Being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1136841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9.1152638014983689E-2"/>
          <c:y val="0.16276562375275869"/>
          <c:w val="0.31670108739731084"/>
          <c:h val="0.17285845504534758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Birth Order</a:t>
            </a:r>
            <a:r>
              <a:rPr lang="en-US" sz="1600" baseline="0"/>
              <a:t> X Immigration Background X Gender</a:t>
            </a:r>
            <a:endParaRPr lang="en-US" sz="16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3805232724718913E-2"/>
          <c:y val="0.1551907161961768"/>
          <c:w val="0.81282665026383338"/>
          <c:h val="0.77746370562912681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Tabelle1!$B$16</c:f>
              <c:strCache>
                <c:ptCount val="1"/>
                <c:pt idx="0">
                  <c:v>Non-Immigrant Male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Tabelle1!$C$15:$D$15</c:f>
              <c:strCache>
                <c:ptCount val="2"/>
                <c:pt idx="0">
                  <c:v>First-born</c:v>
                </c:pt>
                <c:pt idx="1">
                  <c:v>Later-born</c:v>
                </c:pt>
              </c:strCache>
            </c:strRef>
          </c:cat>
          <c:val>
            <c:numRef>
              <c:f>Tabelle1!$C$16:$D$16</c:f>
              <c:numCache>
                <c:formatCode>General</c:formatCode>
                <c:ptCount val="2"/>
                <c:pt idx="0">
                  <c:v>0.4</c:v>
                </c:pt>
                <c:pt idx="1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81-4823-B85B-AD7E6A44D7FC}"/>
            </c:ext>
          </c:extLst>
        </c:ser>
        <c:ser>
          <c:idx val="1"/>
          <c:order val="1"/>
          <c:tx>
            <c:strRef>
              <c:f>Tabelle1!$B$17</c:f>
              <c:strCache>
                <c:ptCount val="1"/>
                <c:pt idx="0">
                  <c:v>Non-Immigrant Female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Tabelle1!$C$15:$D$15</c:f>
              <c:strCache>
                <c:ptCount val="2"/>
                <c:pt idx="0">
                  <c:v>First-born</c:v>
                </c:pt>
                <c:pt idx="1">
                  <c:v>Later-born</c:v>
                </c:pt>
              </c:strCache>
            </c:strRef>
          </c:cat>
          <c:val>
            <c:numRef>
              <c:f>Tabelle1!$C$17:$D$17</c:f>
              <c:numCache>
                <c:formatCode>General</c:formatCode>
                <c:ptCount val="2"/>
                <c:pt idx="0">
                  <c:v>0.5</c:v>
                </c:pt>
                <c:pt idx="1">
                  <c:v>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281-4823-B85B-AD7E6A44D7FC}"/>
            </c:ext>
          </c:extLst>
        </c:ser>
        <c:ser>
          <c:idx val="2"/>
          <c:order val="2"/>
          <c:tx>
            <c:strRef>
              <c:f>Tabelle1!$B$18</c:f>
              <c:strCache>
                <c:ptCount val="1"/>
                <c:pt idx="0">
                  <c:v>Immigrant Male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Tabelle1!$C$15:$D$15</c:f>
              <c:strCache>
                <c:ptCount val="2"/>
                <c:pt idx="0">
                  <c:v>First-born</c:v>
                </c:pt>
                <c:pt idx="1">
                  <c:v>Later-born</c:v>
                </c:pt>
              </c:strCache>
            </c:strRef>
          </c:cat>
          <c:val>
            <c:numRef>
              <c:f>Tabelle1!$C$18:$D$18</c:f>
              <c:numCache>
                <c:formatCode>General</c:formatCode>
                <c:ptCount val="2"/>
                <c:pt idx="0">
                  <c:v>0.25</c:v>
                </c:pt>
                <c:pt idx="1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281-4823-B85B-AD7E6A44D7FC}"/>
            </c:ext>
          </c:extLst>
        </c:ser>
        <c:ser>
          <c:idx val="3"/>
          <c:order val="3"/>
          <c:tx>
            <c:strRef>
              <c:f>Tabelle1!$B$19</c:f>
              <c:strCache>
                <c:ptCount val="1"/>
                <c:pt idx="0">
                  <c:v>Immigrant Female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Tabelle1!$C$15:$D$15</c:f>
              <c:strCache>
                <c:ptCount val="2"/>
                <c:pt idx="0">
                  <c:v>First-born</c:v>
                </c:pt>
                <c:pt idx="1">
                  <c:v>Later-born</c:v>
                </c:pt>
              </c:strCache>
            </c:strRef>
          </c:cat>
          <c:val>
            <c:numRef>
              <c:f>Tabelle1!$C$19:$D$19</c:f>
              <c:numCache>
                <c:formatCode>General</c:formatCode>
                <c:ptCount val="2"/>
                <c:pt idx="0">
                  <c:v>0.2</c:v>
                </c:pt>
                <c:pt idx="1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281-4823-B85B-AD7E6A44D7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11532591"/>
        <c:axId val="1311527311"/>
      </c:lineChart>
      <c:catAx>
        <c:axId val="1311532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1527311"/>
        <c:crosses val="autoZero"/>
        <c:auto val="1"/>
        <c:lblAlgn val="ctr"/>
        <c:lblOffset val="100"/>
        <c:noMultiLvlLbl val="0"/>
      </c:catAx>
      <c:valAx>
        <c:axId val="131152731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Mental Well-Being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311532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792448566474977"/>
          <c:y val="0.68589070034391542"/>
          <c:w val="0.29503054685059316"/>
          <c:h val="0.19462349754852085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49_1C8A84E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3AA3F0-4277-4B8D-B3AB-E319BA491C8C}" authorId="{85EF3974-7364-B370-71F2-C69282485BBC}" status="resolved" created="2024-11-19T17:54:59.67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78840042" sldId="329"/>
      <ac:spMk id="7" creationId="{3F270E9C-E97B-E693-864A-4A5BD1F9B2C0}"/>
      <ac:txMk cp="179" len="22">
        <ac:context len="203" hash="1353221916"/>
      </ac:txMk>
    </ac:txMkLst>
    <p188:pos x="3435747" y="2613403"/>
    <p188:txBody>
      <a:bodyPr/>
      <a:lstStyle/>
      <a:p>
        <a:r>
          <a:rPr lang="en-US"/>
          <a:t>elaborate</a:t>
        </a:r>
      </a:p>
    </p188:txBody>
  </p188:cm>
</p188:cmLst>
</file>

<file path=ppt/comments/modernComment_160_2DE46D8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EB4AD12-EE00-40F5-93EE-B4A520660100}" authorId="{85EF3974-7364-B370-71F2-C69282485BBC}" status="resolved" created="2024-11-18T18:50:42.24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769944973" sldId="352"/>
      <ac:graphicFrameMk id="3" creationId="{3878A149-1877-161D-98BC-D9ED18DC4BD5}"/>
    </ac:deMkLst>
    <p188:txBody>
      <a:bodyPr/>
      <a:lstStyle/>
      <a:p>
        <a:r>
          <a:rPr lang="en-US"/>
          <a:t>Need?</a:t>
        </a:r>
      </a:p>
    </p188:txBody>
  </p188:cm>
  <p188:cm id="{C6365782-92F9-4667-800D-DCD6CDBFE6A9}" authorId="{85EF3974-7364-B370-71F2-C69282485BBC}" status="resolved" created="2024-11-18T19:23:37.839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769944973" sldId="352"/>
      <ac:picMk id="5" creationId="{B61DCFDE-F0A7-2B00-2780-F8B666F6FB2A}"/>
    </ac:deMkLst>
    <p188:replyLst>
      <p188:reply id="{63857481-3D36-4503-94B7-4B17442BFB59}" authorId="{85EF3974-7364-B370-71F2-C69282485BBC}" created="2024-11-18T19:58:23.799">
        <p188:txBody>
          <a:bodyPr/>
          <a:lstStyle/>
          <a:p>
            <a:r>
              <a:rPr lang="en-US"/>
              <a:t>Effect size, p value?</a:t>
            </a:r>
          </a:p>
        </p188:txBody>
      </p188:reply>
    </p188:replyLst>
    <p188:txBody>
      <a:bodyPr/>
      <a:lstStyle/>
      <a:p>
        <a:r>
          <a:rPr lang="en-US"/>
          <a:t>Need this?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03-Dec-24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03-Dec-24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Ppl take personality tests</a:t>
            </a:r>
          </a:p>
          <a:p>
            <a:pPr marL="171450" indent="-171450">
              <a:buFontTx/>
              <a:buChar char="-"/>
            </a:pPr>
            <a:r>
              <a:rPr lang="en-US"/>
              <a:t>Guess zodiacs?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60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We try to explain why things are the way they 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Birth order is your sibling rank in your family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 pop culture, birth order is a popular topic because we associate certain personalities with eldest siblings or youngest siblings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There’s the popular idea that eldest siblings are mature, more responsible. Younger siblings are rebellious, free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Indeed: Frank </a:t>
            </a:r>
            <a:r>
              <a:rPr lang="en-US" err="1"/>
              <a:t>Sulloway</a:t>
            </a:r>
            <a:r>
              <a:rPr lang="en-US"/>
              <a:t> 1996: idea about family roles due to the competition for parental investment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born: receive more attention from their parents at the beginning, so they follow their parents’ expectations and become better leaders conscientiousness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Later borns: would struggle with finding their own roles that weren’t already taken up =&gt; identify less with their parents/older siblings and become rebels and openness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Extensive research: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Inconsistent findings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Whether you use between-family or within-family design,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80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Not as much research, but the results are more one-sided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Fullerton et al 1989: 2,800 mostly males young adults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Male first-borns scored higher on a negative feelings subscale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Fukuya et al 2021: 3,000 Tokyo children age 9-10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Later-borns higher prosocial behavior, less conduct problems/less hyperactivity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Lawson &amp; Mace 2010: presence of older siblings predicts higher childhood mental health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66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(optional?)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11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11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Hypothesized mechanisms:</a:t>
            </a:r>
            <a:endParaRPr lang="en-US" b="0">
              <a:effectLst/>
            </a:endParaRPr>
          </a:p>
          <a:p>
            <a:pPr marL="171450" indent="-1714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Older siblings give you social benefits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Early sibling interactions early on =&gt; thought regulation, understanding emotions.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Conflicts during playtime =&gt; prosocial behaviors (problem-solving, cooperation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etc</a:t>
            </a: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171450" indent="-1714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Using older siblings as a secure base of attachment complementary emotional caregiver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Flipside: =&gt; increased parental pressure, responsibility in older siblings</a:t>
            </a:r>
          </a:p>
          <a:p>
            <a:pPr marL="457200" lvl="1" indent="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11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Alfred Adler’s dethronement theory: first-born jealousy after receiving less parental attention/interactions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05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en-US"/>
              <a:t>Gaps/Questions left by the literature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en-US"/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/>
              <a:t>=&gt; adults. Women. Immigrants.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en-US"/>
          </a:p>
          <a:p>
            <a:pPr marL="0" lvl="0" indent="0">
              <a:buFont typeface="Arial" panose="020B0604020202020204" pitchFamily="34" charset="0"/>
              <a:buNone/>
            </a:pPr>
            <a:endParaRPr lang="en-US"/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Both"/>
            </a:pPr>
            <a:r>
              <a:rPr lang="en-US" sz="12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Replicate and explore the negative effects of birth order on aspects of mental well-being in young adults, particularly in a sample with more women and people with immigrant backgrounds.</a:t>
            </a:r>
          </a:p>
          <a:p>
            <a:pPr marL="0" marR="0" indent="228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H1</a:t>
            </a:r>
            <a:r>
              <a:rPr lang="en-US" sz="12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Overall, first-borns will report lower mental well-being than later-borns.</a:t>
            </a:r>
          </a:p>
          <a:p>
            <a:r>
              <a: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H2</a:t>
            </a:r>
            <a:r>
              <a:rPr lang="en-US" sz="1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First-borns with immigrant backgrounds will report lower mental well-being than later-borns with immigrant backgrounds.</a:t>
            </a:r>
          </a:p>
          <a:p>
            <a:endParaRPr lang="en-US" sz="120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20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Previous studies: less women, more children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29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Previous studies have not yet explored the different components of mental well-being and how they are affected by birth order.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This is important because: diff psych disorders experience different impacts on well-being (Goodman et al. 2019)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u="sng"/>
              <a:t>People with depression respond to negative events with less distress than healthy patients (verify)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Social anxiety disorder: experience chronically low levels of positive emotions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=&gt; designing effective interventions for people with different conditions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It could be helpful to explore mental well-being &amp; birth order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Perhaps diff aspects of mental well-being are affected differently by birth order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3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person’s multiple social identities interact and lead to unique opportunities and oppressions. These are different compared to people who only identify with one of those identities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instance, black women face forms of unique discrimination that are not experienced by white women or black men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Multiple jeopardy hypothesis: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negative effect of being a member of multiple marginalized social groups is higher than the additive negative effect of all those social groups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It’s a multiplicative or interactive effect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Kern et al. (2020): on SES, immigrant background, and gender. Mental well-being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3 effects were additive and not interactive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My study will be looking at the factors of birth order, immigrant, gender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Why these 3?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All have a theme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Background of immigration &amp; gender on mental well-being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81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(Immigrant paradox: (Alegria et al 2017))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Mental health issues become more common in the 2nd and 3rd generation (born in the new country)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 cultural background: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Chinese-American example: academic achievement pressure (Kim et al., 2015)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One of the earlier studies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talked about took place in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tokyo</a:t>
            </a:r>
            <a:endParaRPr lang="en-US" sz="11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143000" lvl="2" indent="-2286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Stated: first-borns are required to behave more mature and responsible while taking care of younger siblings</a:t>
            </a:r>
          </a:p>
          <a:p>
            <a:endParaRPr lang="en-US"/>
          </a:p>
          <a:p>
            <a:r>
              <a:rPr lang="en-US"/>
              <a:t>Gender: women report higher anxious/depressive symptomatology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099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So: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All 3 of these involve some sort of family pressure whether in the form of caretaking, domestic labor, or academic achievement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Possible that these effects interact and amplify each other.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Recap: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Aim 1: replicate the birth order effect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Aim 2: explore diff aspects of mental well-being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897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Gen </a:t>
            </a:r>
            <a:r>
              <a:rPr lang="en-US" err="1"/>
              <a:t>psyc</a:t>
            </a:r>
            <a:r>
              <a:rPr lang="en-US"/>
              <a:t> pool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822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Has been validated in adults of all ages, students, people from lower incomes, as well as Asian international students and Latinos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42-item, 7-point Likert scale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708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CE357-0BFD-29DC-6172-5A5560CB4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BF69002-157A-8618-2936-A634130B8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70F298B-A6A2-F99B-D337-29BDCC721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 quick proxies for depression and anxiety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PHQ-9</a:t>
            </a:r>
            <a:b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1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GAD-7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Both used in a lot of clinical settings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Over the last two weeks, how often have you been bothered by the following problems?</a:t>
            </a:r>
          </a:p>
          <a:p>
            <a:endParaRPr lang="en-US"/>
          </a:p>
          <a:p>
            <a:r>
              <a:rPr lang="en-US"/>
              <a:t>4-point Likert Scale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A2A75AC-03FC-84EC-A0CE-EFB417613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44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20283-77C6-DAB2-589D-99DAF5956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A78783-67CA-149C-C699-B375044BB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06480-89AA-D44E-DD78-9E7F67651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Descriptives first.</a:t>
            </a:r>
          </a:p>
          <a:p>
            <a:r>
              <a:rPr lang="en-US"/>
              <a:t>Participant profile:</a:t>
            </a:r>
          </a:p>
          <a:p>
            <a:r>
              <a:rPr lang="en-US"/>
              <a:t>N = 115 participants. Mostly USF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Age range: 18-26, but the overwhelming majority was 18-21 y/o.</a:t>
            </a:r>
          </a:p>
          <a:p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Birth order: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Quite balanced split within the people that had siblings.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For my main hypotheses, I divide birth order in to just first-born vs later-borns (and excluded only children)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But I included the only children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Highlight Part of my aim 1: collect a sample with more women and people of immigrant backgrounds compared to previous studies, which I believe </a:t>
            </a:r>
            <a:r>
              <a:rPr lang="en-US" err="1"/>
              <a:t>i</a:t>
            </a:r>
            <a:r>
              <a:rPr lang="en-US"/>
              <a:t> have accomplished.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The participant pool essentially reflected the typical Gen Psych pool.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Gender: mostly women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Not a lot of men, which makes it a bit difficult to test my hypotheses, but we’ll look at that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FAB76-47BD-F598-F2C2-AEA2682F5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605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970F5-1ABE-C698-384E-3F90D27FA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A536F-3C72-4AB6-4A4C-FCE1DBEA2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EADC0-38FE-FF80-1A29-854404D7A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Likewise for the ethnicity and generational immigration status,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/>
              <a:t>What does this show us?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With a sample of 115 participants, I was able to capture a decent diversity of students?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Of course, cultures vary a lot among ethnicities </a:t>
            </a:r>
            <a:r>
              <a:rPr lang="en-US" err="1"/>
              <a:t>etc</a:t>
            </a:r>
            <a:r>
              <a:rPr lang="en-US"/>
              <a:t>, but this gives us a decent snapshot of the population in Gen </a:t>
            </a:r>
            <a:r>
              <a:rPr lang="en-US" err="1"/>
              <a:t>Psyc</a:t>
            </a: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One of our goals was to recruit more women and people of immigrant background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=&gt; filled a gap. Success.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9CDA0-E122-3832-B813-8A233DA9B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0965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So here would be full breakdown of one of my well-being measures based on birth order, gender, and immigrant background.</a:t>
            </a:r>
          </a:p>
          <a:p>
            <a:r>
              <a:rPr lang="en-US"/>
              <a:t>It’s a lot, so let’s collapse it and look at our first hypothesis first:</a:t>
            </a:r>
          </a:p>
          <a:p>
            <a:endParaRPr lang="en-US"/>
          </a:p>
          <a:p>
            <a:r>
              <a:rPr lang="en-US"/>
              <a:t>H1: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056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B163A-AB7E-1DAB-803D-1C42B1277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04FC0-CA5C-A52C-3091-B231EBE24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CAD9E3-D243-A3C3-1FD8-0299BC803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Excel graph.</a:t>
            </a:r>
          </a:p>
          <a:p>
            <a:endParaRPr lang="en-US"/>
          </a:p>
          <a:p>
            <a:r>
              <a:rPr lang="en-US"/>
              <a:t>So here would be full breakdown of one of my well-being measures based on birth order, gender, and immigrant background.</a:t>
            </a:r>
          </a:p>
          <a:p>
            <a:r>
              <a:rPr lang="en-US"/>
              <a:t>It’s a lot, so let’s simplify it and look at our first hypothesis first:</a:t>
            </a:r>
          </a:p>
          <a:p>
            <a:endParaRPr lang="en-US"/>
          </a:p>
          <a:p>
            <a:r>
              <a:rPr lang="en-US"/>
              <a:t>H1: 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H2: </a:t>
            </a:r>
            <a:r>
              <a:rPr lang="en-US" err="1"/>
              <a:t>i</a:t>
            </a:r>
            <a:r>
              <a:rPr lang="en-US"/>
              <a:t> don’t have the graphs pictured here, but they are very similar.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First let’s look at potential effects: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1. we already looked at the main effect of birth order in the last slide, we collapsed the first-borns together and the later-borns together, and saw no significant difference.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My hypothesis was that the negative effects of being a first-born, woman, and having an immigrant background would compound on mental well-being.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So, we are looking to see if the first-born immigrant women would have much anxiety symptoms than later-born non-immigrant men.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21C1A-87B9-6A6B-B0A6-ABE10457B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595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190BE-DAEA-1E3A-8EF1-DD6715ABE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DFAF51-3221-65F9-524B-DE13FBCFB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59461-B700-7E29-45A9-8DC4ED729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 we weren’t able to find the main effect of birth order</a:t>
            </a:r>
          </a:p>
          <a:p>
            <a:endParaRPr lang="en-US"/>
          </a:p>
          <a:p>
            <a:r>
              <a:rPr lang="en-US"/>
              <a:t>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First let’s look at potential main effects: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1. we already looked at the main effect of birth order in the last slide, we collapsed the first-borns together and the later-borns together, and saw no significant difference.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-------------------------------------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Test multiple jeopardy hypothesis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My hypothesis was that the negative effects of being a first-born, woman, and having an immigrant background would compound on mental well-being.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(POINT) So, we are looking to see if the first-born immigrant women would have much more anxiety symptoms than later-born non-immigrant men.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But, main gender effect!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Effect size: -0.6 medium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4EEFA-FA74-304E-2DAC-CB24FF5686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797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Among all:</a:t>
            </a:r>
          </a:p>
          <a:p>
            <a:r>
              <a:rPr lang="en-US"/>
              <a:t>PREFACE: 14 only children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Main effect of immigrant background on MWB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Driven by what looks like an interaction between birth order * immigrant background.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That goes against our intuition/popular idea, right? About only children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14 only children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There were 4 non-immigrant only children 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This is very interesting.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 wanted to Zoom in on that sample a little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8252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this, I also added 3</a:t>
            </a:r>
            <a:r>
              <a:rPr lang="en-US" baseline="30000"/>
              <a:t>rd</a:t>
            </a:r>
            <a:r>
              <a:rPr lang="en-US"/>
              <a:t>-gen </a:t>
            </a:r>
            <a:r>
              <a:rPr lang="en-US" err="1"/>
              <a:t>immgirants</a:t>
            </a:r>
            <a:r>
              <a:rPr lang="en-US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Because if ~1 of your grandparents was an immigrant, perhaps you are culturally no longer as closely related to those cultural factors that affect mental well-being anymore.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GAD: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Only child vs both first/later-borns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err="1"/>
              <a:t>PosRelations</a:t>
            </a:r>
            <a:r>
              <a:rPr lang="en-US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Only child vs later-borns.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This scale is one of the subscales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418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27520-DE24-40DD-38DD-B4952FFFD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7E043-2F12-6129-567C-AAE22671D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A6F6F-E22A-41FF-4E7B-D03803C87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Exploratory:</a:t>
            </a:r>
          </a:p>
          <a:p>
            <a:endParaRPr lang="en-US"/>
          </a:p>
          <a:p>
            <a:r>
              <a:rPr lang="en-US"/>
              <a:t>This finding held up in the entire sample as well.</a:t>
            </a:r>
          </a:p>
          <a:p>
            <a:endParaRPr lang="en-US"/>
          </a:p>
          <a:p>
            <a:r>
              <a:rPr lang="en-US"/>
              <a:t>The Positive Relations could drive/impact the increased MWB in only children?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2F56C-DD7D-5B02-7837-C0D827B43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907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Immigration important?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874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Birth order: not rly, but only children may be doing better than expected.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Driven by: Positive Relations with others compared to later-borns and maybe first-borns too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Driven by: more positive relations with others in None/3</a:t>
            </a:r>
            <a:r>
              <a:rPr lang="en-US" baseline="30000"/>
              <a:t>rd</a:t>
            </a:r>
            <a:r>
              <a:rPr lang="en-US"/>
              <a:t> gen: and the only children have less anxiety,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Interaction: but they only do better if they’re non-immigrants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Non-immigrants have more self-acceptance than people with immigrant backgrounds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/>
          </a:p>
          <a:p>
            <a:endParaRPr lang="en-US"/>
          </a:p>
          <a:p>
            <a:r>
              <a:rPr lang="en-US"/>
              <a:t>Future Directions: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Look at only children with larger sample and incl. immigrants. Subscores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Look for that interaction.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Especially look to see if that benefit is only limited to Non-immigrants. Is it driven by self-acceptance?</a:t>
            </a:r>
          </a:p>
          <a:p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Limitation: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Small only child sample size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For interaction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Look at immigration.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Retrospect: look at what defines immigration.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Maybe acculturation?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Parent-child acculturation?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More deeper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Overall, this pattern of exploratory findings is promising.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1432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Mentorship, additional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876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Birth order is your sibling rank in your family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 pop culture, birth order is a popular topic because we associate certain personalities with eldest siblings or youngest siblings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There’s the popular idea that eldest siblings are mature, more responsible. Younger siblings are rebellious, free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Indeed: Frank </a:t>
            </a:r>
            <a:r>
              <a:rPr lang="en-US" err="1"/>
              <a:t>Sulloway</a:t>
            </a:r>
            <a:r>
              <a:rPr lang="en-US"/>
              <a:t> 1996: idea about family roles due to the competition for parental investment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born: receive more attention from their parents at the beginning, so they follow their parents’ expectations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Later borns: would struggle with finding their own roles that weren’t already taken up =&gt; identify less with their parents/older siblings and become rebels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=&gt; his theory was about birth order and the effects of personality, to be specific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There have been many studies conducted on this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Swedish study (Black et al 2018) : 36,000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First-born males: more emotionally stable, persistent, socially outgoing, took more </a:t>
            </a:r>
            <a:r>
              <a:rPr lang="en-US" err="1"/>
              <a:t>initative</a:t>
            </a:r>
            <a:endParaRPr lang="en-US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First-born children: managers and leadership positions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Some other studies with similar effects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Healey &amp; Ellis 2006: first-borns had higher conscientiousness and 2</a:t>
            </a:r>
            <a:r>
              <a:rPr lang="en-US" baseline="30000"/>
              <a:t>nd</a:t>
            </a:r>
            <a:r>
              <a:rPr lang="en-US"/>
              <a:t>-borns are more open to new experiences and are more rebellious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Dixon et al 2008: later borns extraverted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A lot of studies were not able to find personality effects.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1983 Ernst &amp; Angst:  most personality effects were confounded with SES and family size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Most studies used between-family designs: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Get a bunch of first-borns, last-borns, etc. compare them to each other since they probably come from diff families.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A number of studies have been conducted using within-family </a:t>
            </a:r>
            <a:r>
              <a:rPr lang="en-US" err="1"/>
              <a:t>desigsn</a:t>
            </a:r>
            <a:r>
              <a:rPr lang="en-US"/>
              <a:t>: compare the siblings to each other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Some found effect, some not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Yes (Healey &amp; Ellis, 2006;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No (Bleske-Rechek  &amp; Kelley 2013) Rohrer et al 2015) </a:t>
            </a:r>
            <a:r>
              <a:rPr lang="en-US" err="1"/>
              <a:t>Olneck</a:t>
            </a:r>
            <a:r>
              <a:rPr lang="en-US"/>
              <a:t> &amp; Bills 1979)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 study used both designs =&gt; no effect. (20,000 people)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=&gt; current effect: mixed/inconsistent, no matter what design you use.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 personality</a:t>
            </a:r>
            <a:endParaRPr lang="en-US" sz="18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597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Birth order is your sibling rank in your family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 pop culture, birth order is a popular topic because we associate certain personalities with eldest siblings or youngest siblings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There’s the popular idea that eldest siblings are mature, more responsible. Younger siblings are rebellious, free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Indeed: Frank </a:t>
            </a:r>
            <a:r>
              <a:rPr lang="en-US" err="1"/>
              <a:t>Sulloway</a:t>
            </a:r>
            <a:r>
              <a:rPr lang="en-US"/>
              <a:t> 1996: idea about family roles due to the competition for parental investment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born: receive more attention from their parents at the beginning, so they follow their parents’ expectations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Later borns: would struggle with finding their own roles that weren’t already taken up =&gt; identify less with their parents/older siblings and become rebels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=&gt; his theory was about birth order and the effects of personality, to be specific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There have been many studies conducted on this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Swedish study (Black et al 2018) : 36,000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First-born males: more emotionally stable, persistent, socially outgoing, took more </a:t>
            </a:r>
            <a:r>
              <a:rPr lang="en-US" err="1"/>
              <a:t>initative</a:t>
            </a:r>
            <a:endParaRPr lang="en-US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First-born children: managers and leadership positions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Some other studies with similar effects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Healey &amp; Ellis 2006: first-borns had higher conscientiousness and 2</a:t>
            </a:r>
            <a:r>
              <a:rPr lang="en-US" baseline="30000"/>
              <a:t>nd</a:t>
            </a:r>
            <a:r>
              <a:rPr lang="en-US"/>
              <a:t>-borns are more open to new experiences and are more rebellious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Dixon et al 2008: later borns extraverted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1470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A lot of studies were not able to find personality effects.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1983 Ernst &amp; Angst:  most personality effects were confounded with SES and family size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Most studies used between-family designs: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Get a bunch of first-borns, last-borns, etc. compare them to each other since they probably come from diff families.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A number of studies have been conducted using within-family </a:t>
            </a:r>
            <a:r>
              <a:rPr lang="en-US" err="1"/>
              <a:t>desigsn</a:t>
            </a:r>
            <a:r>
              <a:rPr lang="en-US"/>
              <a:t>: compare the siblings to each other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Some found effect, some not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Yes (Healey &amp; Ellis, 2006;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No (Bleske-Rechek  &amp; Kelley 2013) Rohrer et al 2015) </a:t>
            </a:r>
            <a:r>
              <a:rPr lang="en-US" err="1"/>
              <a:t>Olneck</a:t>
            </a:r>
            <a:r>
              <a:rPr lang="en-US"/>
              <a:t> &amp; Bills 1979)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 study used both designs =&gt; no effect. (20,000 people) (Bleske-Rechek 2013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=&gt; current effect: mixed/inconsistent, no matter what design you use.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 personality</a:t>
            </a:r>
            <a:endParaRPr lang="en-US" sz="18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78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Healthy migrant effect</a:t>
            </a: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foreign-borns have higher (physical health) than native-borns (Ali, 2002)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Selection bias? Those who immigrate are more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resilisent</a:t>
            </a:r>
            <a:endParaRPr lang="en-US" sz="11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But migration is still stressful (esp. women)</a:t>
            </a:r>
          </a:p>
          <a:p>
            <a:pPr marL="1143000" lvl="2" indent="-2286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Stigma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Immigrant paradox: (Alegria et al 2017)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Mental health issues become more common in the 2nd and 3rd generation (born in the new country)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 cultural background: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Chinese-American example: academic achievement pressure (Kim et al., 2015)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One of the earlier studies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talked about took place in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tokyo</a:t>
            </a:r>
            <a:endParaRPr lang="en-US" sz="11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143000" lvl="2" indent="-2286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Stated: first-borns are required to behave more mature and responsible while taking care of younger siblings</a:t>
            </a:r>
          </a:p>
          <a:p>
            <a:pPr marL="228600" lvl="0" indent="-2286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1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754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women are persistently under pressure to cater to domestic labor and other family responsibilities that can generate significant amounts of stress, especially in conjunction with work commitments   (Austen &amp; Birch 2000)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427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239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Main Analyses</a:t>
            </a:r>
          </a:p>
          <a:p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H1: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For h2, result was very similar. No significant differences.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Note: PHQ, GAD symptoms were high (mild anxiety/depression)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87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Al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C663E4DF-6971-E437-8AD1-2DA1B9D6CC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2728" y="580765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8F71ED90-1021-4A2C-9DD4-BED7AA9284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82728" y="2134314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1A503216-DD4B-2590-7283-CBEB99E3228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82099" y="2134314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9196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233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Content 1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3" y="2057401"/>
            <a:ext cx="9808771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280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de-DE"/>
              <a:t>Tabelle durch Klicken auf Symbol hinzufügen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abel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de-DE"/>
              <a:t>Tabelle durch Klicken auf Symbol hinzufügen</a:t>
            </a:r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5" r:id="rId3"/>
    <p:sldLayoutId id="2147483692" r:id="rId4"/>
    <p:sldLayoutId id="2147483697" r:id="rId5"/>
    <p:sldLayoutId id="2147483691" r:id="rId6"/>
    <p:sldLayoutId id="2147483690" r:id="rId7"/>
    <p:sldLayoutId id="2147483689" r:id="rId8"/>
    <p:sldLayoutId id="2147483688" r:id="rId9"/>
    <p:sldLayoutId id="2147483696" r:id="rId10"/>
    <p:sldLayoutId id="2147483687" r:id="rId11"/>
    <p:sldLayoutId id="2147483686" r:id="rId12"/>
    <p:sldLayoutId id="2147483685" r:id="rId13"/>
    <p:sldLayoutId id="2147483684" r:id="rId14"/>
    <p:sldLayoutId id="2147483682" r:id="rId15"/>
    <p:sldLayoutId id="2147483681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9_1C8A84EA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0_2DE46D8D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493" y="825284"/>
            <a:ext cx="5427458" cy="3394600"/>
          </a:xfrm>
        </p:spPr>
        <p:txBody>
          <a:bodyPr anchor="t">
            <a:normAutofit fontScale="90000"/>
          </a:bodyPr>
          <a:lstStyle/>
          <a:p>
            <a:r>
              <a:rPr lang="en-US"/>
              <a:t>Investigating the effects of birth order on mental well-being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34D0AB0-1035-336D-A4B2-79348035DFBC}"/>
              </a:ext>
            </a:extLst>
          </p:cNvPr>
          <p:cNvSpPr txBox="1"/>
          <p:nvPr/>
        </p:nvSpPr>
        <p:spPr>
          <a:xfrm>
            <a:off x="1286493" y="4346369"/>
            <a:ext cx="58862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Viet-Hung Nguyen</a:t>
            </a:r>
          </a:p>
          <a:p>
            <a:r>
              <a:rPr lang="en-US" sz="2000">
                <a:solidFill>
                  <a:schemeClr val="bg1"/>
                </a:solidFill>
              </a:rPr>
              <a:t>Department of Psychology</a:t>
            </a:r>
          </a:p>
          <a:p>
            <a:r>
              <a:rPr lang="en-US" sz="2000">
                <a:solidFill>
                  <a:schemeClr val="bg1"/>
                </a:solidFill>
              </a:rPr>
              <a:t>University of San Francisco</a:t>
            </a:r>
          </a:p>
          <a:p>
            <a:r>
              <a:rPr lang="en-US" sz="2000">
                <a:solidFill>
                  <a:schemeClr val="bg1"/>
                </a:solidFill>
              </a:rPr>
              <a:t>Spring &amp; Fall 2024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9AAAE-C469-BCEC-D448-B5F5E336D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Birth order &amp; personality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A6069-C8C8-A097-682B-D1F92619F95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sz="2400" err="1"/>
              <a:t>Sulloway</a:t>
            </a:r>
            <a:r>
              <a:rPr lang="en-US" sz="2400"/>
              <a:t> (1996): family roles from competition for parental investment</a:t>
            </a:r>
          </a:p>
          <a:p>
            <a:pPr lvl="1"/>
            <a:r>
              <a:rPr lang="en-US" sz="2400"/>
              <a:t>First-borns follow parents’ footsteps, later-borns become rebels</a:t>
            </a:r>
          </a:p>
          <a:p>
            <a:r>
              <a:rPr lang="en-US" sz="2400"/>
              <a:t>=&gt; Personality effects?</a:t>
            </a:r>
          </a:p>
          <a:p>
            <a:r>
              <a:rPr lang="en-US" u="sng"/>
              <a:t>Inconsistent results</a:t>
            </a:r>
            <a:endParaRPr lang="en-US" sz="2400" u="sng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EA466-A8D5-7289-6161-2CD3474FEDA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1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9559B4-B4B9-0EC4-77A6-23DFD10AD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anchor="ctr">
            <a:normAutofit/>
          </a:bodyPr>
          <a:lstStyle/>
          <a:p>
            <a:r>
              <a:rPr lang="en-US"/>
              <a:t>What about birth order &amp; mental well-being?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6B1FA6-BD25-7A70-53A2-B2512A94FC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68813" y="2066731"/>
            <a:ext cx="9808773" cy="3867538"/>
          </a:xfrm>
        </p:spPr>
        <p:txBody>
          <a:bodyPr>
            <a:normAutofit/>
          </a:bodyPr>
          <a:lstStyle/>
          <a:p>
            <a:r>
              <a:rPr lang="en-US" sz="2400"/>
              <a:t>Fullerton et al. (1989): male first-borns &amp; poorer mental well-being</a:t>
            </a:r>
          </a:p>
          <a:p>
            <a:r>
              <a:rPr lang="en-US" sz="2400"/>
              <a:t>Fukuya et al. (2021): Tokyo later-borns &amp; higher prosocial behavior, less conduct problems/hyperactivity</a:t>
            </a:r>
          </a:p>
          <a:p>
            <a:r>
              <a:rPr lang="en-US" sz="2400"/>
              <a:t>Lawson &amp; Mace (2010): presence of older siblings =&gt; higher childhood mental health</a:t>
            </a:r>
          </a:p>
          <a:p>
            <a:endParaRPr lang="en-US" sz="240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F1B1CD-26BD-103A-E913-82E931E55A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6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3E72BE-5570-55D4-5762-62147F5A6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How </a:t>
            </a:r>
            <a:r>
              <a:rPr lang="en-US"/>
              <a:t>does birth order impact mental well-being?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8F2C439-0675-BE61-1D22-0DAB911A1D3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4" y="2476050"/>
            <a:ext cx="9673319" cy="41194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Older siblings provide socioemotional benefits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Older siblings are a secure base of attachment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=&gt; cultural factors?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946907-FA5D-0FC6-F053-C0A776A748B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10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CCD9E9-1BB2-F7C6-DD62-8BF0DD680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My Study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A92675-F998-EBBB-0CFC-93AF3511AAE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10064514" cy="41194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Replicate the negative effects of birth order on mental well-being in adults, particularly in a sample with more women and people with immigrant backgrounds.</a:t>
            </a:r>
          </a:p>
          <a:p>
            <a:pPr marL="457200" lvl="1" indent="0">
              <a:buNone/>
            </a:pPr>
            <a:r>
              <a:rPr lang="en-US" sz="2000" u="sng"/>
              <a:t>H1: Overall, first-borns will report lower mental well-being than later-borns.</a:t>
            </a:r>
          </a:p>
          <a:p>
            <a:pPr marL="457200" lvl="1" indent="0">
              <a:buNone/>
            </a:pPr>
            <a:r>
              <a:rPr lang="en-US" sz="2000" u="sng"/>
              <a:t>H2: First-borns with immigrant backgrounds will report lower mental well-being than later-borns with immigrant backgrounds.</a:t>
            </a:r>
          </a:p>
          <a:p>
            <a:pPr marL="457200" indent="-457200">
              <a:buFont typeface="+mj-lt"/>
              <a:buAutoNum type="arabicPeriod"/>
            </a:pPr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688BB46-85D8-A624-71A4-499CF2804AE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4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22C654C-7906-98A3-8628-7AD106BF8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My Study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F270E9C-E97B-E693-864A-4A5BD1F9B2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2" y="2108722"/>
            <a:ext cx="10329711" cy="411946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2. Explore how birth order affects the different aspects of mental well-being.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Goodman et al. (2019): different psychological disorders =&gt; different impacts on mental well-being</a:t>
            </a:r>
          </a:p>
          <a:p>
            <a:r>
              <a:rPr lang="en-US" u="sng"/>
              <a:t>=&gt; intervention design</a:t>
            </a:r>
          </a:p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29D48AE-7640-6715-F914-1050CA24925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4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F89514-C06A-B6EC-E14C-6D1A87A8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Aim 3: Examining Intersectionality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BFB75A-2C5E-E128-097D-78AB7DE6129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i="1"/>
              <a:t>“</a:t>
            </a:r>
            <a:r>
              <a:rPr lang="en-US" i="1">
                <a:latin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4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person’s multiple social identities interact and lead to unique opportunities and oppressions”</a:t>
            </a:r>
          </a:p>
          <a:p>
            <a:r>
              <a:rPr lang="en-US" b="1">
                <a:latin typeface="Calibri" panose="020F0502020204030204" pitchFamily="34" charset="0"/>
                <a:cs typeface="Times New Roman" panose="02020603050405020304" pitchFamily="18" charset="0"/>
              </a:rPr>
              <a:t>Multiple jeopardy hypothesis</a:t>
            </a:r>
            <a:r>
              <a:rPr lang="en-US">
                <a:latin typeface="Calibri" panose="020F0502020204030204" pitchFamily="34" charset="0"/>
                <a:cs typeface="Times New Roman" panose="02020603050405020304" pitchFamily="18" charset="0"/>
              </a:rPr>
              <a:t>: interaction effect</a:t>
            </a:r>
          </a:p>
          <a:p>
            <a:r>
              <a:rPr lang="en-US"/>
              <a:t>Kern et al. (2020): SES, immigrant background, gender</a:t>
            </a:r>
          </a:p>
          <a:p>
            <a:endParaRPr lang="en-US"/>
          </a:p>
          <a:p>
            <a:r>
              <a:rPr lang="en-US"/>
              <a:t>Aim 3: To test the multiple jeopardy hypothesis with the factors of </a:t>
            </a:r>
            <a:r>
              <a:rPr lang="en-US" u="sng"/>
              <a:t>birth order, immigrant background, &amp; gender </a:t>
            </a:r>
            <a:r>
              <a:rPr lang="en-US"/>
              <a:t>on mental well-being.</a:t>
            </a:r>
          </a:p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EDC07C-0280-EBAF-2B9B-A06EF1163F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6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8103A-4028-D634-37D9-AFD6E6BC8A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3369B1-330A-185C-9630-B24C9D4D0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729" y="580765"/>
            <a:ext cx="5081594" cy="1427585"/>
          </a:xfrm>
        </p:spPr>
        <p:txBody>
          <a:bodyPr>
            <a:normAutofit/>
          </a:bodyPr>
          <a:lstStyle/>
          <a:p>
            <a:r>
              <a:rPr lang="en-US" sz="3200"/>
              <a:t>Immigrant Background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3D482D-D310-36AD-8969-6E2B9D4CE1B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Potential factors:</a:t>
            </a:r>
          </a:p>
          <a:p>
            <a:pPr marL="571500" lvl="1" indent="-342900"/>
            <a:r>
              <a:rPr lang="en-US" sz="2400"/>
              <a:t>Academic achievement pressure</a:t>
            </a:r>
          </a:p>
          <a:p>
            <a:pPr marL="571500" lvl="1" indent="-342900"/>
            <a:r>
              <a:rPr lang="en-US" sz="2400"/>
              <a:t>Family pressure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3F9D6E-E650-3706-576C-18C455E6DD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51678" y="2008349"/>
            <a:ext cx="4044787" cy="41194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Potential Factors:</a:t>
            </a:r>
          </a:p>
          <a:p>
            <a:pPr marL="571500" lvl="1" indent="-342900"/>
            <a:r>
              <a:rPr lang="en-US" sz="2400"/>
              <a:t>Domestic labor &amp; family pressure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4614FAAC-5E69-A172-112D-18795448E5BD}"/>
              </a:ext>
            </a:extLst>
          </p:cNvPr>
          <p:cNvSpPr txBox="1">
            <a:spLocks/>
          </p:cNvSpPr>
          <p:nvPr/>
        </p:nvSpPr>
        <p:spPr>
          <a:xfrm>
            <a:off x="7451678" y="580764"/>
            <a:ext cx="3539820" cy="14275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Gender</a:t>
            </a:r>
          </a:p>
        </p:txBody>
      </p:sp>
    </p:spTree>
    <p:extLst>
      <p:ext uri="{BB962C8B-B14F-4D97-AF65-F5344CB8AC3E}">
        <p14:creationId xmlns:p14="http://schemas.microsoft.com/office/powerpoint/2010/main" val="314649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156617-8E4C-9900-676D-7A2AD2564DC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875843"/>
            <a:ext cx="8552264" cy="2971800"/>
          </a:xfrm>
        </p:spPr>
        <p:txBody>
          <a:bodyPr/>
          <a:lstStyle/>
          <a:p>
            <a:r>
              <a:rPr lang="en-US"/>
              <a:t>Aim 3: To test the multiple jeopardy hypothesis with the factors of </a:t>
            </a:r>
            <a:r>
              <a:rPr lang="en-US" u="sng"/>
              <a:t>birth order, immigrant background, &amp; gender </a:t>
            </a:r>
            <a:r>
              <a:rPr lang="en-US"/>
              <a:t>on mental well-being.</a:t>
            </a:r>
          </a:p>
          <a:p>
            <a:r>
              <a:rPr lang="en-US"/>
              <a:t>H3: Immigration background and gender moderate the negative effect of birth order on mental well-being; first-born daughters with immigrant backgrounds will report the lowest mental well-being out of all groups. 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4816B4-0348-DAE0-4541-E5E191B872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95D3B02-5BC4-4897-0FAE-929B7A0F8522}"/>
              </a:ext>
            </a:extLst>
          </p:cNvPr>
          <p:cNvSpPr/>
          <p:nvPr/>
        </p:nvSpPr>
        <p:spPr>
          <a:xfrm>
            <a:off x="1913464" y="4318002"/>
            <a:ext cx="3589867" cy="5164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Immigration background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654E773-5080-1A97-495D-1B8274BF6652}"/>
              </a:ext>
            </a:extLst>
          </p:cNvPr>
          <p:cNvSpPr/>
          <p:nvPr/>
        </p:nvSpPr>
        <p:spPr>
          <a:xfrm>
            <a:off x="1913465" y="4974167"/>
            <a:ext cx="3589867" cy="5164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Birth order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73B0484-DAD5-76A6-67B8-9C79B3829B1C}"/>
              </a:ext>
            </a:extLst>
          </p:cNvPr>
          <p:cNvSpPr/>
          <p:nvPr/>
        </p:nvSpPr>
        <p:spPr>
          <a:xfrm>
            <a:off x="1913464" y="5630332"/>
            <a:ext cx="3589867" cy="5164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Gender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EBE34BA-A418-2584-9D0C-397C23776390}"/>
              </a:ext>
            </a:extLst>
          </p:cNvPr>
          <p:cNvSpPr/>
          <p:nvPr/>
        </p:nvSpPr>
        <p:spPr>
          <a:xfrm>
            <a:off x="8212667" y="4724401"/>
            <a:ext cx="2658531" cy="10160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Mental</a:t>
            </a:r>
          </a:p>
          <a:p>
            <a:pPr algn="ctr"/>
            <a:r>
              <a:rPr lang="en-US"/>
              <a:t>well-being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2005A88-62BD-AF89-24FE-CA92F092DA0C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503331" y="4576236"/>
            <a:ext cx="2683934" cy="442384"/>
          </a:xfrm>
          <a:prstGeom prst="straightConnector1">
            <a:avLst/>
          </a:prstGeom>
          <a:ln w="50800" cap="rnd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8A240411-DD04-17F2-086F-3C83A24185C0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5503332" y="5232401"/>
            <a:ext cx="2709335" cy="1"/>
          </a:xfrm>
          <a:prstGeom prst="straightConnector1">
            <a:avLst/>
          </a:prstGeom>
          <a:ln w="50800" cap="rnd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65C6F597-78F9-F4B8-B90C-8073683749B4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503331" y="5453593"/>
            <a:ext cx="2709335" cy="434973"/>
          </a:xfrm>
          <a:prstGeom prst="straightConnector1">
            <a:avLst/>
          </a:prstGeom>
          <a:ln w="50800" cap="rnd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16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0EAD2AD-B8EC-94DC-CBFA-09AD78296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66109"/>
            <a:ext cx="12192000" cy="1925782"/>
          </a:xfrm>
        </p:spPr>
        <p:txBody>
          <a:bodyPr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sz="4400"/>
              <a:t>Methods</a:t>
            </a:r>
            <a:br>
              <a:rPr lang="en-US" sz="4400"/>
            </a:br>
            <a:r>
              <a:rPr lang="en-US" sz="2800"/>
              <a:t>(15-20min Qualtrics Survey)</a:t>
            </a:r>
          </a:p>
        </p:txBody>
      </p:sp>
    </p:spTree>
    <p:extLst>
      <p:ext uri="{BB962C8B-B14F-4D97-AF65-F5344CB8AC3E}">
        <p14:creationId xmlns:p14="http://schemas.microsoft.com/office/powerpoint/2010/main" val="3247180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70CDA3-EFAF-C0B7-1176-AC9044B37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-80042"/>
            <a:ext cx="9150675" cy="1427585"/>
          </a:xfrm>
        </p:spPr>
        <p:txBody>
          <a:bodyPr/>
          <a:lstStyle/>
          <a:p>
            <a:r>
              <a:rPr lang="en-US" err="1"/>
              <a:t>Ryff</a:t>
            </a:r>
            <a:r>
              <a:rPr lang="en-US"/>
              <a:t> Psychological Well-Being Scale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27AC5C-B1C0-BB73-294B-E2A388F08B9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2" y="1024569"/>
            <a:ext cx="10227727" cy="4652774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Autonomy: “I have confidence in my opinions, even if they are contrary to the general consensus”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Environmental mastery: “In general, I feel I am in charge of the situation in which I live”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Personal growth: “I think it is important to have new experiences that challenge how you think about yourself and the world”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Positive relations with others:  “People would describe me as a giving person, willing to share my time with others”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Purpose in life: “Some people wander aimlessly through life, but I am not one of them”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Self-acceptance: “When I look at the story of my life, I am pleased with how things have turned out”</a:t>
            </a:r>
          </a:p>
          <a:p>
            <a:pPr marL="457200" indent="-457200">
              <a:buFont typeface="+mj-lt"/>
              <a:buAutoNum type="arabicPeriod"/>
            </a:pPr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1BBD9C-C181-F009-9273-DAA2EC70DCD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7EBC892B-05D4-BB87-6EC0-14E1FD4F179B}"/>
              </a:ext>
            </a:extLst>
          </p:cNvPr>
          <p:cNvSpPr/>
          <p:nvPr/>
        </p:nvSpPr>
        <p:spPr>
          <a:xfrm>
            <a:off x="1671763" y="5648063"/>
            <a:ext cx="1575412" cy="94745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Ryff</a:t>
            </a:r>
            <a:r>
              <a:rPr lang="en-US"/>
              <a:t> PWB</a:t>
            </a:r>
          </a:p>
        </p:txBody>
      </p:sp>
    </p:spTree>
    <p:extLst>
      <p:ext uri="{BB962C8B-B14F-4D97-AF65-F5344CB8AC3E}">
        <p14:creationId xmlns:p14="http://schemas.microsoft.com/office/powerpoint/2010/main" val="98589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06787-4808-A598-463F-8FD929D99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FF3C991-0D61-F455-E121-4290B12628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5A132A8-4359-00DC-3ECA-50650DB6718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22366" y="1539453"/>
            <a:ext cx="4609399" cy="303254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/>
              <a:t>GAD-7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/>
              <a:t>“Feeling nervous, anxious, or on edge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/>
              <a:t>“Trouble relaxing”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/>
              <a:t>etc.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D3332B5-7380-9096-313B-B7FD3E2478C3}"/>
              </a:ext>
            </a:extLst>
          </p:cNvPr>
          <p:cNvSpPr txBox="1"/>
          <p:nvPr/>
        </p:nvSpPr>
        <p:spPr>
          <a:xfrm>
            <a:off x="1479831" y="1537554"/>
            <a:ext cx="435910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PHQ-8</a:t>
            </a:r>
          </a:p>
          <a:p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“Little interest or pleasure in doing things”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“Feeling tired or having little energy”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etc.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5ED3BECD-3257-012C-793E-657261913336}"/>
              </a:ext>
            </a:extLst>
          </p:cNvPr>
          <p:cNvSpPr/>
          <p:nvPr/>
        </p:nvSpPr>
        <p:spPr>
          <a:xfrm>
            <a:off x="1837017" y="5185191"/>
            <a:ext cx="1575412" cy="94745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Ryff</a:t>
            </a:r>
            <a:r>
              <a:rPr lang="en-US"/>
              <a:t> PWB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81ACC27F-D9FA-C1C4-BA8D-FE932DC260A9}"/>
              </a:ext>
            </a:extLst>
          </p:cNvPr>
          <p:cNvSpPr/>
          <p:nvPr/>
        </p:nvSpPr>
        <p:spPr>
          <a:xfrm>
            <a:off x="4150873" y="5185191"/>
            <a:ext cx="1666033" cy="94745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PHQ-9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25FA1275-9025-42FF-0658-83E09AF8F6FC}"/>
              </a:ext>
            </a:extLst>
          </p:cNvPr>
          <p:cNvSpPr/>
          <p:nvPr/>
        </p:nvSpPr>
        <p:spPr>
          <a:xfrm>
            <a:off x="6489359" y="5185191"/>
            <a:ext cx="1575411" cy="94745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GAD-7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D90278FD-DD35-00D4-0BB4-4F5D1A9E8A54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3412429" y="5658916"/>
            <a:ext cx="738444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02E8DDB-D835-9A02-6272-DB46A783C59B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5816906" y="5658916"/>
            <a:ext cx="672453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hteck: abgerundete Ecken 13">
            <a:extLst>
              <a:ext uri="{FF2B5EF4-FFF2-40B4-BE49-F238E27FC236}">
                <a16:creationId xmlns:a16="http://schemas.microsoft.com/office/drawing/2014/main" id="{CDC666DD-F354-67C4-8FBE-079E9797003E}"/>
              </a:ext>
            </a:extLst>
          </p:cNvPr>
          <p:cNvSpPr/>
          <p:nvPr/>
        </p:nvSpPr>
        <p:spPr>
          <a:xfrm>
            <a:off x="8834165" y="5185191"/>
            <a:ext cx="2067836" cy="94745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Demographics</a:t>
            </a:r>
          </a:p>
        </p:txBody>
      </p:sp>
      <p:cxnSp>
        <p:nvCxnSpPr>
          <p:cNvPr id="7" name="Gerade Verbindung mit Pfeil 29">
            <a:extLst>
              <a:ext uri="{FF2B5EF4-FFF2-40B4-BE49-F238E27FC236}">
                <a16:creationId xmlns:a16="http://schemas.microsoft.com/office/drawing/2014/main" id="{F209187D-E7BB-C1F8-AED7-83858243CC1C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8071089" y="5658916"/>
            <a:ext cx="763076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50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4" grpId="0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71B5-8402-3823-2E11-4CEB4CE6E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did we find?</a:t>
            </a:r>
          </a:p>
        </p:txBody>
      </p:sp>
    </p:spTree>
    <p:extLst>
      <p:ext uri="{BB962C8B-B14F-4D97-AF65-F5344CB8AC3E}">
        <p14:creationId xmlns:p14="http://schemas.microsoft.com/office/powerpoint/2010/main" val="1793217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A7011-F81E-6333-9928-70D63F9F5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ECDF9-334B-A2EB-CE37-5FE21BFA0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-8212"/>
            <a:ext cx="9150675" cy="1427585"/>
          </a:xfrm>
        </p:spPr>
        <p:txBody>
          <a:bodyPr/>
          <a:lstStyle/>
          <a:p>
            <a:r>
              <a:rPr lang="en-US"/>
              <a:t>Descriptives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FD550-3A76-E123-4953-E2B360BA1D3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Foliennummernplatzhalter 4">
            <a:extLst>
              <a:ext uri="{FF2B5EF4-FFF2-40B4-BE49-F238E27FC236}">
                <a16:creationId xmlns:a16="http://schemas.microsoft.com/office/drawing/2014/main" id="{4C45F08D-6336-AD57-40E7-765CB174CB73}"/>
              </a:ext>
            </a:extLst>
          </p:cNvPr>
          <p:cNvSpPr txBox="1">
            <a:spLocks/>
          </p:cNvSpPr>
          <p:nvPr/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D65601-5AE2-46FC-B138-694DDD2B510D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1" name="Picture 10" descr="A black background with yellow lines&#10;&#10;Description automatically generated">
            <a:extLst>
              <a:ext uri="{FF2B5EF4-FFF2-40B4-BE49-F238E27FC236}">
                <a16:creationId xmlns:a16="http://schemas.microsoft.com/office/drawing/2014/main" id="{F64B9626-CF86-27BB-8096-33E8770C9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78" y="3644735"/>
            <a:ext cx="5972181" cy="2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A black background with yellow lines&#10;&#10;Description automatically generated">
            <a:extLst>
              <a:ext uri="{FF2B5EF4-FFF2-40B4-BE49-F238E27FC236}">
                <a16:creationId xmlns:a16="http://schemas.microsoft.com/office/drawing/2014/main" id="{CD07362E-5071-9B14-9589-F95A2ECE5A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78" y="1579554"/>
            <a:ext cx="52387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 descr="A black and yellow bar with black text&#10;&#10;Description automatically generated">
            <a:extLst>
              <a:ext uri="{FF2B5EF4-FFF2-40B4-BE49-F238E27FC236}">
                <a16:creationId xmlns:a16="http://schemas.microsoft.com/office/drawing/2014/main" id="{79CB70D5-6A34-04C4-25DD-84A078DF33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9849" y="1717665"/>
            <a:ext cx="5972181" cy="16287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719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516 -2.96296E-6 L -0.21484 -2.96296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2.59259E-6 L -0.49492 -2.96296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92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41EB0-C7E3-C601-4A47-239ED0A9C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829E4-0ACA-F897-E0CB-F8D7A87F14F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Foliennummernplatzhalter 4">
            <a:extLst>
              <a:ext uri="{FF2B5EF4-FFF2-40B4-BE49-F238E27FC236}">
                <a16:creationId xmlns:a16="http://schemas.microsoft.com/office/drawing/2014/main" id="{AA0301C0-8EC4-FC26-7D80-A6869FA0D3B9}"/>
              </a:ext>
            </a:extLst>
          </p:cNvPr>
          <p:cNvSpPr txBox="1">
            <a:spLocks/>
          </p:cNvSpPr>
          <p:nvPr/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D65601-5AE2-46FC-B138-694DDD2B510D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3" name="Picture 12" descr="A black background with yellow text&#10;&#10;Description automatically generated">
            <a:extLst>
              <a:ext uri="{FF2B5EF4-FFF2-40B4-BE49-F238E27FC236}">
                <a16:creationId xmlns:a16="http://schemas.microsoft.com/office/drawing/2014/main" id="{C1F02AFF-2707-BBF5-38B6-9156C6A57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195" y="910888"/>
            <a:ext cx="6215913" cy="3390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C2A8F7EB-5124-AC53-DFAC-74ED543393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539" y="4146355"/>
            <a:ext cx="5728922" cy="234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39ABE3-1D6F-CF55-5729-A015700A5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-8212"/>
            <a:ext cx="9150675" cy="1427585"/>
          </a:xfrm>
        </p:spPr>
        <p:txBody>
          <a:bodyPr/>
          <a:lstStyle/>
          <a:p>
            <a:r>
              <a:rPr lang="en-US"/>
              <a:t>Descriptives</a:t>
            </a:r>
          </a:p>
        </p:txBody>
      </p:sp>
      <p:pic>
        <p:nvPicPr>
          <p:cNvPr id="3" name="Picture 2" descr="A black and yellow bar with white text&#10;&#10;Description automatically generated">
            <a:extLst>
              <a:ext uri="{FF2B5EF4-FFF2-40B4-BE49-F238E27FC236}">
                <a16:creationId xmlns:a16="http://schemas.microsoft.com/office/drawing/2014/main" id="{CDABD37D-340B-6908-BC64-99B30FB716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7911" y="4422086"/>
            <a:ext cx="5578888" cy="15215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164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03 -2.96296E-6 L -0.18997 -2.96296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218 2.96296E-6 L -0.57044 0.0050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19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54B32BE7-9C6C-2FE7-7B73-D6845047DCF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D91BAB45-F23D-C7BB-4B0E-FE152ABCF5A3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536" y="691312"/>
            <a:ext cx="5249041" cy="5475376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87978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89070-E1D5-9B34-4153-6130CD1FC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H1: Among people with siblings, do first-borns have lower mental well-being than later-borns?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0A5FB-5BE1-0AB8-7F3F-B5051D9ABBA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9" name="Content Placeholder 8" descr="A graph of birth order&#10;&#10;Description automatically generated">
            <a:extLst>
              <a:ext uri="{FF2B5EF4-FFF2-40B4-BE49-F238E27FC236}">
                <a16:creationId xmlns:a16="http://schemas.microsoft.com/office/drawing/2014/main" id="{88FD1172-3654-86CB-FF0D-A643B6797189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968" y="2057400"/>
            <a:ext cx="6038102" cy="4119563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8911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6A6F4-E3C7-EB53-1B21-E26E83AE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5">
            <a:extLst>
              <a:ext uri="{FF2B5EF4-FFF2-40B4-BE49-F238E27FC236}">
                <a16:creationId xmlns:a16="http://schemas.microsoft.com/office/drawing/2014/main" id="{565956E3-7820-FA51-6FC8-D6DA142BC5E5}"/>
              </a:ext>
            </a:extLst>
          </p:cNvPr>
          <p:cNvSpPr txBox="1">
            <a:spLocks/>
          </p:cNvSpPr>
          <p:nvPr/>
        </p:nvSpPr>
        <p:spPr>
          <a:xfrm>
            <a:off x="1406636" y="217714"/>
            <a:ext cx="9378725" cy="144006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5E6E4E3B-98C5-43B9-A605-13A8AD2B4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H1: Among people with siblings, do first-borns have lower mental well-being than later-borns?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E39E07F7-9C39-F5B8-1EBE-1387FDCEF24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pic>
        <p:nvPicPr>
          <p:cNvPr id="23" name="Content Placeholder 22" descr="A screenshot of a graph&#10;&#10;Description automatically generated">
            <a:extLst>
              <a:ext uri="{FF2B5EF4-FFF2-40B4-BE49-F238E27FC236}">
                <a16:creationId xmlns:a16="http://schemas.microsoft.com/office/drawing/2014/main" id="{36124B71-7F90-26EA-9832-45828019A90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968" y="2057400"/>
            <a:ext cx="6038102" cy="4119563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9641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B5780-EF08-D155-9C18-FA927918A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H1: Among people with siblings, do first-borns have lower mental well-being than later-borns?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C4882-AA5A-A5F4-88E6-725B3E5A41D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7" name="Content Placeholder 6" descr="A chart of birth order&#10;&#10;Description automatically generated">
            <a:extLst>
              <a:ext uri="{FF2B5EF4-FFF2-40B4-BE49-F238E27FC236}">
                <a16:creationId xmlns:a16="http://schemas.microsoft.com/office/drawing/2014/main" id="{571B7C76-0ECD-EB23-6854-E84C1EA9F37E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968" y="2057400"/>
            <a:ext cx="6038102" cy="4119563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71584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5D029A-31C5-7CF3-2A60-C8B5ED23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i="1"/>
              <a:t>H2: Among people with </a:t>
            </a:r>
            <a:r>
              <a:rPr lang="en-US" sz="2800" i="1" u="sng"/>
              <a:t>immigrant backgrounds and siblings</a:t>
            </a:r>
            <a:r>
              <a:rPr lang="en-US" sz="2800" i="1"/>
              <a:t>, do first-borns have lower mental well-being than later-borns?</a:t>
            </a:r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3CCB9-5A6F-64FF-DDB8-262D01CAF9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0CD2260D-E50B-C1FA-358F-0ED310A6155F}"/>
              </a:ext>
            </a:extLst>
          </p:cNvPr>
          <p:cNvSpPr txBox="1">
            <a:spLocks/>
          </p:cNvSpPr>
          <p:nvPr/>
        </p:nvSpPr>
        <p:spPr>
          <a:xfrm>
            <a:off x="1191613" y="681136"/>
            <a:ext cx="9808773" cy="1026088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i="1"/>
          </a:p>
        </p:txBody>
      </p:sp>
      <p:pic>
        <p:nvPicPr>
          <p:cNvPr id="7" name="Content Placeholder 6" descr="A chart of birth order&#10;&#10;Description automatically generated">
            <a:extLst>
              <a:ext uri="{FF2B5EF4-FFF2-40B4-BE49-F238E27FC236}">
                <a16:creationId xmlns:a16="http://schemas.microsoft.com/office/drawing/2014/main" id="{FA48D008-6403-08A7-7805-3569CE5E52C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968" y="2057400"/>
            <a:ext cx="6038102" cy="4119563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81963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FA25F-F00A-BD98-0BE0-A85EE9F5B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941D-9D71-D593-E70E-7425B7BCB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613" y="217715"/>
            <a:ext cx="9808773" cy="1427585"/>
          </a:xfrm>
        </p:spPr>
        <p:txBody>
          <a:bodyPr anchor="ctr" anchorCtr="0">
            <a:normAutofit/>
          </a:bodyPr>
          <a:lstStyle/>
          <a:p>
            <a:r>
              <a:rPr lang="en-US" sz="2400"/>
              <a:t>H3: Is there an interaction between the effects of </a:t>
            </a:r>
            <a:br>
              <a:rPr lang="en-US" sz="2400"/>
            </a:br>
            <a:r>
              <a:rPr lang="en-US" sz="2400" i="1" u="sng"/>
              <a:t>birth order * gender * immigrant background</a:t>
            </a:r>
            <a:r>
              <a:rPr lang="en-US" sz="2400" u="sng"/>
              <a:t> </a:t>
            </a:r>
            <a:r>
              <a:rPr lang="en-US" sz="2400"/>
              <a:t>on mental well-being?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B69D4456-35DD-1639-C609-08FB58969F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85C74856-5C3C-06C3-6278-7524C6013145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131" y="1432978"/>
            <a:ext cx="4884170" cy="509477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300B79-0CAC-0158-BAAB-3285EC63ADCF}"/>
              </a:ext>
            </a:extLst>
          </p:cNvPr>
          <p:cNvSpPr txBox="1"/>
          <p:nvPr/>
        </p:nvSpPr>
        <p:spPr>
          <a:xfrm>
            <a:off x="7901628" y="3518699"/>
            <a:ext cx="36299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Gender effect size:</a:t>
            </a:r>
          </a:p>
          <a:p>
            <a:r>
              <a:rPr lang="en-US" sz="2400"/>
              <a:t>Cohen’s d = -.64</a:t>
            </a:r>
          </a:p>
          <a:p>
            <a:r>
              <a:rPr lang="en-US" sz="2400"/>
              <a:t>p = .006</a:t>
            </a:r>
          </a:p>
        </p:txBody>
      </p:sp>
    </p:spTree>
    <p:extLst>
      <p:ext uri="{BB962C8B-B14F-4D97-AF65-F5344CB8AC3E}">
        <p14:creationId xmlns:p14="http://schemas.microsoft.com/office/powerpoint/2010/main" val="76994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63791-7D45-D46F-A4EA-5AC6119A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823299" cy="1427585"/>
          </a:xfrm>
        </p:spPr>
        <p:txBody>
          <a:bodyPr>
            <a:normAutofit/>
          </a:bodyPr>
          <a:lstStyle/>
          <a:p>
            <a:r>
              <a:rPr lang="en-US" sz="2800"/>
              <a:t>Among </a:t>
            </a:r>
            <a:r>
              <a:rPr lang="en-US" sz="2800" u="sng"/>
              <a:t>all participants</a:t>
            </a:r>
            <a:r>
              <a:rPr lang="en-US" sz="2800"/>
              <a:t> (incl. only children), is there an interaction effect of </a:t>
            </a:r>
            <a:r>
              <a:rPr lang="en-US" sz="2800" i="1"/>
              <a:t>birth order * immigrant background</a:t>
            </a:r>
            <a:r>
              <a:rPr lang="en-US" sz="280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BB8C1-817C-20FC-4708-802B062398E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8" name="Content Placeholder 7" descr="A screen shot of a graph&#10;&#10;Description automatically generated">
            <a:extLst>
              <a:ext uri="{FF2B5EF4-FFF2-40B4-BE49-F238E27FC236}">
                <a16:creationId xmlns:a16="http://schemas.microsoft.com/office/drawing/2014/main" id="{F2045F19-0AC5-C619-0D2D-2F8A2513E8DB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636" y="1931437"/>
            <a:ext cx="6626610" cy="4119563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0D6E24-BD12-9BB1-2E7D-E135FD8C8D68}"/>
              </a:ext>
            </a:extLst>
          </p:cNvPr>
          <p:cNvSpPr txBox="1"/>
          <p:nvPr/>
        </p:nvSpPr>
        <p:spPr>
          <a:xfrm>
            <a:off x="8273143" y="2274838"/>
            <a:ext cx="34398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Immigrant background effect:</a:t>
            </a:r>
          </a:p>
          <a:p>
            <a:r>
              <a:rPr lang="en-US" sz="2400"/>
              <a:t>Cohen’s d: .78</a:t>
            </a:r>
          </a:p>
          <a:p>
            <a:r>
              <a:rPr lang="en-US" sz="2400"/>
              <a:t>p = .002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3AD5CAA-0672-69FA-2BE3-AA774E06CCD4}"/>
              </a:ext>
            </a:extLst>
          </p:cNvPr>
          <p:cNvSpPr/>
          <p:nvPr/>
        </p:nvSpPr>
        <p:spPr>
          <a:xfrm>
            <a:off x="2333817" y="1828380"/>
            <a:ext cx="1509486" cy="422262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6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906B-C6E6-1C44-71E5-AAC708F184CA}"/>
              </a:ext>
            </a:extLst>
          </p:cNvPr>
          <p:cNvSpPr txBox="1">
            <a:spLocks/>
          </p:cNvSpPr>
          <p:nvPr/>
        </p:nvSpPr>
        <p:spPr>
          <a:xfrm>
            <a:off x="1468814" y="503852"/>
            <a:ext cx="9808773" cy="142758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Birth order effects on people with none or 3</a:t>
            </a:r>
            <a:r>
              <a:rPr lang="en-US" sz="2800" baseline="30000"/>
              <a:t>rd</a:t>
            </a:r>
            <a:r>
              <a:rPr lang="en-US" sz="2800"/>
              <a:t>-gen immigrant background</a:t>
            </a:r>
          </a:p>
        </p:txBody>
      </p:sp>
      <p:pic>
        <p:nvPicPr>
          <p:cNvPr id="3" name="Picture 2" descr="A graph of birth order&#10;&#10;Description automatically generated">
            <a:extLst>
              <a:ext uri="{FF2B5EF4-FFF2-40B4-BE49-F238E27FC236}">
                <a16:creationId xmlns:a16="http://schemas.microsoft.com/office/drawing/2014/main" id="{35258359-6325-AD1A-0F68-3BDF2FB7B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627" y="2212068"/>
            <a:ext cx="5267258" cy="3593646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</p:spPr>
      </p:pic>
      <p:pic>
        <p:nvPicPr>
          <p:cNvPr id="4" name="Picture 3" descr="A graph of birth order&#10;&#10;Description automatically generated">
            <a:extLst>
              <a:ext uri="{FF2B5EF4-FFF2-40B4-BE49-F238E27FC236}">
                <a16:creationId xmlns:a16="http://schemas.microsoft.com/office/drawing/2014/main" id="{F6426DE8-1075-D5E6-195F-8C010C1FC5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906" y="2212068"/>
            <a:ext cx="5267258" cy="3593646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60E609-3C3E-E7E9-B473-11E850AA6174}"/>
              </a:ext>
            </a:extLst>
          </p:cNvPr>
          <p:cNvSpPr txBox="1"/>
          <p:nvPr/>
        </p:nvSpPr>
        <p:spPr>
          <a:xfrm>
            <a:off x="1509478" y="6125031"/>
            <a:ext cx="1105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		p = .006						p = .036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7BF9D5-48A9-C4E4-AF39-64F7DEE11998}"/>
              </a:ext>
            </a:extLst>
          </p:cNvPr>
          <p:cNvCxnSpPr/>
          <p:nvPr/>
        </p:nvCxnSpPr>
        <p:spPr>
          <a:xfrm>
            <a:off x="1959428" y="5500914"/>
            <a:ext cx="100148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2B4509-6B54-E797-798B-C5BCA0CB119B}"/>
              </a:ext>
            </a:extLst>
          </p:cNvPr>
          <p:cNvCxnSpPr/>
          <p:nvPr/>
        </p:nvCxnSpPr>
        <p:spPr>
          <a:xfrm>
            <a:off x="4724400" y="5500914"/>
            <a:ext cx="100148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2D7621C-1E56-B301-FCDE-6ED4A9F37AC3}"/>
              </a:ext>
            </a:extLst>
          </p:cNvPr>
          <p:cNvCxnSpPr/>
          <p:nvPr/>
        </p:nvCxnSpPr>
        <p:spPr>
          <a:xfrm>
            <a:off x="3410857" y="5450114"/>
            <a:ext cx="100148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86CB99-EE46-9959-2C48-F5F821BC1675}"/>
              </a:ext>
            </a:extLst>
          </p:cNvPr>
          <p:cNvCxnSpPr/>
          <p:nvPr/>
        </p:nvCxnSpPr>
        <p:spPr>
          <a:xfrm>
            <a:off x="7612742" y="5500914"/>
            <a:ext cx="100148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CE2DBF-6902-4A4A-E8A7-4048D2226751}"/>
              </a:ext>
            </a:extLst>
          </p:cNvPr>
          <p:cNvCxnSpPr/>
          <p:nvPr/>
        </p:nvCxnSpPr>
        <p:spPr>
          <a:xfrm>
            <a:off x="10392228" y="5537199"/>
            <a:ext cx="100148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33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226B2-56B5-E37A-D4D0-945299152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B1907-2165-38CD-8497-8930E029E52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91419" y="430666"/>
            <a:ext cx="9809162" cy="1428750"/>
          </a:xfrm>
        </p:spPr>
        <p:txBody>
          <a:bodyPr>
            <a:normAutofit/>
          </a:bodyPr>
          <a:lstStyle/>
          <a:p>
            <a:r>
              <a:rPr lang="en-US" sz="2800"/>
              <a:t>Aim 2: Explore how birth order affects different aspects of mental well-being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0787B-B551-7D13-EF97-8859058F758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5943600"/>
            <a:ext cx="968375" cy="652463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618E1A-019C-00EB-6D44-89DD9DDD7822}"/>
              </a:ext>
            </a:extLst>
          </p:cNvPr>
          <p:cNvSpPr txBox="1">
            <a:spLocks/>
          </p:cNvSpPr>
          <p:nvPr/>
        </p:nvSpPr>
        <p:spPr>
          <a:xfrm>
            <a:off x="1468814" y="2100026"/>
            <a:ext cx="5197709" cy="3151912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/>
              <a:t>Autonomy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/>
              <a:t>Environmental Mastery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/>
              <a:t>Personal Growth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/>
              <a:t>Positive Relations With Others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/>
              <a:t>Purpose In Life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/>
              <a:t>Self-Acceptance</a:t>
            </a:r>
          </a:p>
        </p:txBody>
      </p:sp>
      <p:pic>
        <p:nvPicPr>
          <p:cNvPr id="3" name="Picture 2" descr="A row of rectangular objects with text&#10;&#10;Description automatically generated">
            <a:extLst>
              <a:ext uri="{FF2B5EF4-FFF2-40B4-BE49-F238E27FC236}">
                <a16:creationId xmlns:a16="http://schemas.microsoft.com/office/drawing/2014/main" id="{D5C4F670-74C2-FB73-6950-D2349D3FD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665" y="1859416"/>
            <a:ext cx="5068779" cy="3458231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DD702D-0DBF-217E-4470-1595DCF61DC2}"/>
              </a:ext>
            </a:extLst>
          </p:cNvPr>
          <p:cNvSpPr txBox="1"/>
          <p:nvPr/>
        </p:nvSpPr>
        <p:spPr>
          <a:xfrm>
            <a:off x="6526665" y="5815423"/>
            <a:ext cx="5646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Cohen’s d: .78		p = .027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BDE105-6870-1E16-EF08-ACBE6F540592}"/>
              </a:ext>
            </a:extLst>
          </p:cNvPr>
          <p:cNvCxnSpPr/>
          <p:nvPr/>
        </p:nvCxnSpPr>
        <p:spPr>
          <a:xfrm>
            <a:off x="7424056" y="5007429"/>
            <a:ext cx="100148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122C4D-A8BE-FAB4-55D4-EE9799EE1E3B}"/>
              </a:ext>
            </a:extLst>
          </p:cNvPr>
          <p:cNvCxnSpPr/>
          <p:nvPr/>
        </p:nvCxnSpPr>
        <p:spPr>
          <a:xfrm>
            <a:off x="10152742" y="5007429"/>
            <a:ext cx="100148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7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85528-5AFD-2578-0E18-0D59A587B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387740"/>
            <a:ext cx="10084557" cy="1427585"/>
          </a:xfrm>
        </p:spPr>
        <p:txBody>
          <a:bodyPr>
            <a:normAutofit fontScale="90000"/>
          </a:bodyPr>
          <a:lstStyle/>
          <a:p>
            <a:r>
              <a:rPr lang="en-US"/>
              <a:t>Among </a:t>
            </a:r>
            <a:r>
              <a:rPr lang="en-US" u="sng"/>
              <a:t>everyone</a:t>
            </a:r>
            <a:r>
              <a:rPr lang="en-US"/>
              <a:t> (incl. only children), does immigrant background affect </a:t>
            </a:r>
            <a:r>
              <a:rPr lang="en-US" i="1"/>
              <a:t>mental well-being subscores</a:t>
            </a:r>
            <a:r>
              <a:rPr lang="en-US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D6396-B736-0050-F3AC-58F05FF37A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CA7E2FA-F230-30FB-746B-49EBA165D677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789" y="1693412"/>
            <a:ext cx="7332822" cy="4119563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7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9D77A6-524B-8428-35DE-2E956A77C075}"/>
              </a:ext>
            </a:extLst>
          </p:cNvPr>
          <p:cNvSpPr txBox="1"/>
          <p:nvPr/>
        </p:nvSpPr>
        <p:spPr>
          <a:xfrm>
            <a:off x="3251187" y="6038724"/>
            <a:ext cx="802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Cohen’s d: .462		p = .025</a:t>
            </a:r>
          </a:p>
        </p:txBody>
      </p:sp>
    </p:spTree>
    <p:extLst>
      <p:ext uri="{BB962C8B-B14F-4D97-AF65-F5344CB8AC3E}">
        <p14:creationId xmlns:p14="http://schemas.microsoft.com/office/powerpoint/2010/main" val="542438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04EB16-9E94-24E4-21D0-5588FB072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 we make of this?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9743FC-1E25-AC2D-D555-FC12CBCE4DB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/>
              <a:t>Main hypotheses unsupported</a:t>
            </a:r>
          </a:p>
          <a:p>
            <a:r>
              <a:rPr lang="en-US"/>
              <a:t>Gender effect on anxiety symptoms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3A170-3ACD-7175-6FB4-BF33A1B130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911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06EF6-CC7E-7CC1-38C2-181AADA9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Only children might be displaying higher mental well-being.</a:t>
            </a:r>
            <a:br>
              <a:rPr lang="en-US"/>
            </a:br>
            <a:r>
              <a:rPr lang="en-US" sz="3200"/>
              <a:t>(Positive Relations With Others)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83385-B1A1-373E-E878-15ECD5B5F8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8031" y="4267200"/>
            <a:ext cx="10115939" cy="1325406"/>
          </a:xfrm>
        </p:spPr>
        <p:txBody>
          <a:bodyPr anchor="ctr"/>
          <a:lstStyle/>
          <a:p>
            <a:endParaRPr lang="en-US" sz="2400"/>
          </a:p>
          <a:p>
            <a:r>
              <a:rPr lang="en-US"/>
              <a:t>…but only among non-immigrants? (Anxiety Symptoms, Positive Relations With Others, Self-Acceptance) </a:t>
            </a:r>
          </a:p>
        </p:txBody>
      </p:sp>
    </p:spTree>
    <p:extLst>
      <p:ext uri="{BB962C8B-B14F-4D97-AF65-F5344CB8AC3E}">
        <p14:creationId xmlns:p14="http://schemas.microsoft.com/office/powerpoint/2010/main" val="391531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7C55AB-2CA4-02EA-F338-32B77088C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2"/>
            <a:ext cx="4964671" cy="3029718"/>
          </a:xfrm>
        </p:spPr>
        <p:txBody>
          <a:bodyPr>
            <a:normAutofit/>
          </a:bodyPr>
          <a:lstStyle/>
          <a:p>
            <a:r>
              <a:rPr lang="en-US"/>
              <a:t>Thank you!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635059-9B84-036D-FA96-AA5D125359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17614" y="4270443"/>
            <a:ext cx="6093912" cy="1835239"/>
          </a:xfrm>
        </p:spPr>
        <p:txBody>
          <a:bodyPr>
            <a:normAutofit fontScale="92500" lnSpcReduction="20000"/>
          </a:bodyPr>
          <a:lstStyle/>
          <a:p>
            <a:r>
              <a:rPr lang="en-US" sz="1800" i="1"/>
              <a:t>I would like to extend my deepest gratitude to:</a:t>
            </a:r>
          </a:p>
          <a:p>
            <a:r>
              <a:rPr lang="en-US" sz="1800" i="1"/>
              <a:t>Dr. Viskontas, Dr. Levy, our thesis cohort, Dr. Reese, current &amp; former members of the Learning &amp; Memory Lab, family &amp; friends, the USF Psychology Faculty &amp; Program Assistant.</a:t>
            </a:r>
          </a:p>
          <a:p>
            <a:endParaRPr lang="en-US" sz="1800" i="1"/>
          </a:p>
          <a:p>
            <a:r>
              <a:rPr lang="en-US" sz="1800" i="1"/>
              <a:t>I would also like to thank Dr. Joshi, Dr. </a:t>
            </a:r>
            <a:r>
              <a:rPr lang="en-US" sz="1800" i="1" err="1"/>
              <a:t>Munnich</a:t>
            </a:r>
            <a:r>
              <a:rPr lang="en-US" sz="1800" i="1"/>
              <a:t>, &amp; Dr. Chun.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14D285-00B5-6F70-3A3D-12CCF7E8775F}"/>
              </a:ext>
            </a:extLst>
          </p:cNvPr>
          <p:cNvSpPr txBox="1"/>
          <p:nvPr/>
        </p:nvSpPr>
        <p:spPr>
          <a:xfrm>
            <a:off x="1317614" y="2592981"/>
            <a:ext cx="60939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Questions?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1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FC4BD-2E90-4A94-284C-AF31543D5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168995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DBFA6-63A2-B82D-B253-6FD40110F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Birth Order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35173C-7579-9DD7-5CF0-39FF7DD82FD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2" y="2108722"/>
            <a:ext cx="10329711" cy="4119463"/>
          </a:xfrm>
        </p:spPr>
        <p:txBody>
          <a:bodyPr>
            <a:normAutofit/>
          </a:bodyPr>
          <a:lstStyle/>
          <a:p>
            <a:r>
              <a:rPr lang="en-US" sz="2400"/>
              <a:t>First-born vs last-born (&amp; middle-born)</a:t>
            </a:r>
          </a:p>
          <a:p>
            <a:r>
              <a:rPr lang="en-US" sz="2400" err="1"/>
              <a:t>Sulloway</a:t>
            </a:r>
            <a:r>
              <a:rPr lang="en-US" sz="2400"/>
              <a:t> (1996): family roles from competition for parental investment</a:t>
            </a:r>
          </a:p>
          <a:p>
            <a:pPr lvl="1"/>
            <a:r>
              <a:rPr lang="en-US" sz="2400"/>
              <a:t>First-borns follow parents’ footsteps, later-borns become rebels</a:t>
            </a:r>
          </a:p>
          <a:p>
            <a:r>
              <a:rPr lang="en-US" sz="2400" u="sng"/>
              <a:t>=&gt; Personality effects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B3BBED-185D-885B-096B-3330A275962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3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838DFB-307E-3CD4-FCB4-4F16E0A7B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Birth Order &amp; Personality Effects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63E2C9-8C36-F302-3F03-5353CFC35E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2" y="2108722"/>
            <a:ext cx="9962915" cy="4119463"/>
          </a:xfrm>
        </p:spPr>
        <p:txBody>
          <a:bodyPr>
            <a:normAutofit/>
          </a:bodyPr>
          <a:lstStyle/>
          <a:p>
            <a:r>
              <a:rPr lang="en-US" sz="2400"/>
              <a:t>Black et al. (2018): first-borns &amp; leadership</a:t>
            </a:r>
          </a:p>
          <a:p>
            <a:r>
              <a:rPr lang="en-US" sz="2400"/>
              <a:t>Healey &amp; Ellis (2006): </a:t>
            </a:r>
          </a:p>
          <a:p>
            <a:pPr lvl="1"/>
            <a:r>
              <a:rPr lang="en-US" sz="2400"/>
              <a:t>first-borns &amp; conscientiousness</a:t>
            </a:r>
          </a:p>
          <a:p>
            <a:pPr lvl="1"/>
            <a:r>
              <a:rPr lang="en-US" sz="2400"/>
              <a:t>2</a:t>
            </a:r>
            <a:r>
              <a:rPr lang="en-US" sz="2400" baseline="30000"/>
              <a:t>nd</a:t>
            </a:r>
            <a:r>
              <a:rPr lang="en-US" sz="2400"/>
              <a:t>-borns &amp; openness, rebelliousness</a:t>
            </a:r>
          </a:p>
          <a:p>
            <a:r>
              <a:rPr lang="en-US" sz="2400"/>
              <a:t>Dixon et al (2008): later-borns &amp; extraversion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BA29DF-98FC-59A6-0194-F8E546ED144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270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7E23CF-E986-45F0-BD22-86D76812E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Does birth order </a:t>
            </a:r>
            <a:r>
              <a:rPr lang="en-US" i="1"/>
              <a:t>really </a:t>
            </a:r>
            <a:r>
              <a:rPr lang="en-US"/>
              <a:t>affect personality?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76F6E3-9640-9058-1628-D1F313689FF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9945980" cy="4119463"/>
          </a:xfrm>
        </p:spPr>
        <p:txBody>
          <a:bodyPr>
            <a:normAutofit/>
          </a:bodyPr>
          <a:lstStyle/>
          <a:p>
            <a:r>
              <a:rPr lang="en-US" sz="2400"/>
              <a:t>Ernst &amp; Angst (1983): personality confounded with SES/family size </a:t>
            </a:r>
            <a:r>
              <a:rPr lang="en-US" sz="2400" u="sng"/>
              <a:t>(between-family designs)</a:t>
            </a:r>
          </a:p>
          <a:p>
            <a:endParaRPr lang="en-US" sz="2400"/>
          </a:p>
          <a:p>
            <a:r>
              <a:rPr lang="en-US"/>
              <a:t>Do within-family designs show an effect?</a:t>
            </a:r>
          </a:p>
          <a:p>
            <a:r>
              <a:rPr lang="en-US"/>
              <a:t>Yes: Healey &amp; Ellis (2006)</a:t>
            </a:r>
          </a:p>
          <a:p>
            <a:r>
              <a:rPr lang="en-US" u="sng"/>
              <a:t>No</a:t>
            </a:r>
            <a:r>
              <a:rPr lang="en-US"/>
              <a:t>: Bleske-Rechek &amp; Kelley (2013); Rohrer et al. (2015)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5AD762-7532-A6CC-47D2-3ACC873511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1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CE7B64C-8F9B-7462-FE29-3E9C1761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808785" cy="1427585"/>
          </a:xfrm>
        </p:spPr>
        <p:txBody>
          <a:bodyPr/>
          <a:lstStyle/>
          <a:p>
            <a:r>
              <a:rPr lang="en-US"/>
              <a:t>Immigrant background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68DA7E22-AE42-5B90-93D7-8454C16D046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235200"/>
            <a:ext cx="9808784" cy="3992985"/>
          </a:xfrm>
        </p:spPr>
        <p:txBody>
          <a:bodyPr/>
          <a:lstStyle/>
          <a:p>
            <a:r>
              <a:rPr lang="en-US"/>
              <a:t>“Healthy migrant effect”: foreign-born vs native-born physical health</a:t>
            </a:r>
          </a:p>
          <a:p>
            <a:r>
              <a:rPr lang="en-US"/>
              <a:t>Mental health issues in 2</a:t>
            </a:r>
            <a:r>
              <a:rPr lang="en-US" baseline="30000"/>
              <a:t>nd</a:t>
            </a:r>
            <a:r>
              <a:rPr lang="en-US"/>
              <a:t>- and 3</a:t>
            </a:r>
            <a:r>
              <a:rPr lang="en-US" baseline="30000"/>
              <a:t>rd</a:t>
            </a:r>
            <a:r>
              <a:rPr lang="en-US"/>
              <a:t>-generation immigrants</a:t>
            </a:r>
          </a:p>
          <a:p>
            <a:pPr marL="0" indent="0">
              <a:buNone/>
            </a:pPr>
            <a:endParaRPr lang="en-US"/>
          </a:p>
          <a:p>
            <a:pPr marL="457200" indent="-457200">
              <a:buFont typeface="+mj-lt"/>
              <a:buAutoNum type="arabicPeriod"/>
            </a:pPr>
            <a:r>
              <a:rPr lang="en-US"/>
              <a:t>Academic achievement pressure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Family pressure</a:t>
            </a:r>
          </a:p>
          <a:p>
            <a:pPr marL="457200" indent="-457200">
              <a:buFont typeface="+mj-lt"/>
              <a:buAutoNum type="arabicPeriod"/>
            </a:pPr>
            <a:endParaRPr lang="en-US"/>
          </a:p>
          <a:p>
            <a:pPr marL="457200" indent="-457200">
              <a:buFont typeface="+mj-lt"/>
              <a:buAutoNum type="arabicPeriod"/>
            </a:pPr>
            <a:endParaRPr lang="en-US"/>
          </a:p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166BE0-5445-458A-A254-9825408B41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22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FF3D30-B462-B864-AE8B-A5B33F5A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Gender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744038-D8FD-0C29-1513-45E6C016BFF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2" y="2108722"/>
            <a:ext cx="9169337" cy="4119463"/>
          </a:xfrm>
        </p:spPr>
        <p:txBody>
          <a:bodyPr/>
          <a:lstStyle/>
          <a:p>
            <a:r>
              <a:rPr lang="en-US"/>
              <a:t>Anxious &amp; depressive symptomatology</a:t>
            </a:r>
          </a:p>
          <a:p>
            <a:r>
              <a:rPr lang="en-US"/>
              <a:t>Pressure for domestic labor &amp; family responsibilities</a:t>
            </a:r>
          </a:p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64C8D2-3DD6-CE9E-285B-8D976DFF5A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62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A553E8-A703-176A-231F-D47F75E6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F8F40F-E4A0-3F32-2682-F44221C0521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/>
              <a:t>100 General Psychology students</a:t>
            </a:r>
          </a:p>
          <a:p>
            <a:r>
              <a:rPr lang="en-US"/>
              <a:t>15-20 min. Qualtrics survey</a:t>
            </a:r>
          </a:p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0886A8-D6BE-029F-F813-79A6AB08A4E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388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E8C7664-376D-5592-F798-506449B15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Analysis Plan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0359A42-ED0F-DF98-4113-1E39F5A478D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3" y="2057401"/>
            <a:ext cx="9808773" cy="41194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/>
              <a:t>α</a:t>
            </a:r>
            <a:r>
              <a:rPr lang="en-US"/>
              <a:t> level: .01667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H1 and H2 (comparing first-born vs later-born mental health): T-Test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H3 (multiple jeopardy hypothesis): Three-Way ANOVA</a:t>
            </a:r>
          </a:p>
          <a:p>
            <a:pPr marL="571500" lvl="1" indent="-342900"/>
            <a:r>
              <a:rPr lang="en-US"/>
              <a:t>Tukey’s post hoc test</a:t>
            </a:r>
          </a:p>
          <a:p>
            <a:pPr marL="571500" lvl="1" indent="-342900"/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Controlling for SES: ANCOVA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C98092D-4D5B-A427-77B3-968FEDDDF1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3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69ED89B-083C-CECB-4102-43EF132E4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247820"/>
            <a:ext cx="9808773" cy="1427585"/>
          </a:xfrm>
        </p:spPr>
        <p:txBody>
          <a:bodyPr>
            <a:normAutofit/>
          </a:bodyPr>
          <a:lstStyle/>
          <a:p>
            <a:r>
              <a:rPr lang="en-US" sz="3200"/>
              <a:t>H1: Among people with siblings, do first-borns have lower mental well-being than later-borns?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481C9-9844-187F-89C4-E16EB32B6FB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2" name="Picture 1" descr="A screenshot of a cell phone screen&#10;&#10;Description automatically generated">
            <a:extLst>
              <a:ext uri="{FF2B5EF4-FFF2-40B4-BE49-F238E27FC236}">
                <a16:creationId xmlns:a16="http://schemas.microsoft.com/office/drawing/2014/main" id="{DEC91F5E-9662-A4D0-266C-8709D8DF0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19" y="1762125"/>
            <a:ext cx="2857500" cy="33337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EF5A8B7A-3BAD-AA85-E373-DCA192BB5E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989" y="1762125"/>
            <a:ext cx="2857500" cy="33337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B936303A-3BAD-59A7-E16E-6EB5F98043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973" y="1762125"/>
            <a:ext cx="2857500" cy="33337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0" name="Title 5">
            <a:extLst>
              <a:ext uri="{FF2B5EF4-FFF2-40B4-BE49-F238E27FC236}">
                <a16:creationId xmlns:a16="http://schemas.microsoft.com/office/drawing/2014/main" id="{B3AFBFF0-CB34-8665-DF61-B19DB270CB70}"/>
              </a:ext>
            </a:extLst>
          </p:cNvPr>
          <p:cNvSpPr txBox="1">
            <a:spLocks/>
          </p:cNvSpPr>
          <p:nvPr/>
        </p:nvSpPr>
        <p:spPr>
          <a:xfrm>
            <a:off x="1537700" y="5388124"/>
            <a:ext cx="9808773" cy="14275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/>
              <a:t>H2: Among people with immigrant backgrounds and siblings, do first-borns have lower mental well-being than later-borns?</a:t>
            </a:r>
          </a:p>
        </p:txBody>
      </p:sp>
    </p:spTree>
    <p:extLst>
      <p:ext uri="{BB962C8B-B14F-4D97-AF65-F5344CB8AC3E}">
        <p14:creationId xmlns:p14="http://schemas.microsoft.com/office/powerpoint/2010/main" val="370759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1BC458-4FD6-16B5-9B63-0586EF6C4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8093"/>
            <a:ext cx="9808773" cy="1427585"/>
          </a:xfrm>
        </p:spPr>
        <p:txBody>
          <a:bodyPr/>
          <a:lstStyle/>
          <a:p>
            <a:r>
              <a:rPr lang="en-US"/>
              <a:t>Predictions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F49438-23A3-32CA-62AB-D26A477D853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38</a:t>
            </a:fld>
            <a:endParaRPr lang="en-US"/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C224A708-41D6-BC91-1D42-2C5343CA0B1E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570841169"/>
              </p:ext>
            </p:extLst>
          </p:nvPr>
        </p:nvGraphicFramePr>
        <p:xfrm>
          <a:off x="991518" y="1729648"/>
          <a:ext cx="5104482" cy="4447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A2693800-1DBF-713A-F120-4B2348D3DD40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141143618"/>
              </p:ext>
            </p:extLst>
          </p:nvPr>
        </p:nvGraphicFramePr>
        <p:xfrm>
          <a:off x="6675382" y="1729648"/>
          <a:ext cx="5252751" cy="4447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548290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04A112-DA1C-4BE5-9118-E18BF12B5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549" y="1499284"/>
            <a:ext cx="8376902" cy="3859431"/>
          </a:xfrm>
        </p:spPr>
        <p:txBody>
          <a:bodyPr anchor="ctr"/>
          <a:lstStyle/>
          <a:p>
            <a:r>
              <a:rPr lang="en-US"/>
              <a:t>What about birth order &amp; </a:t>
            </a:r>
            <a:r>
              <a:rPr lang="en-US" u="sng"/>
              <a:t>mental well-being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04437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/>
          <a:lstStyle/>
          <a:p>
            <a:r>
              <a:rPr lang="en-US"/>
              <a:t>Introduction</a:t>
            </a:r>
          </a:p>
          <a:p>
            <a:r>
              <a:rPr lang="en-US"/>
              <a:t>Building confidence</a:t>
            </a:r>
          </a:p>
          <a:p>
            <a:r>
              <a:rPr lang="en-US"/>
              <a:t>Engaging the audience</a:t>
            </a:r>
          </a:p>
          <a:p>
            <a:r>
              <a:rPr lang="en-US"/>
              <a:t>Visual aids</a:t>
            </a:r>
          </a:p>
          <a:p>
            <a:r>
              <a:rPr lang="en-US"/>
              <a:t>Final tips &amp;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1278294"/>
            <a:ext cx="5000318" cy="4904141"/>
          </a:xfrm>
        </p:spPr>
        <p:txBody>
          <a:bodyPr/>
          <a:lstStyle/>
          <a:p>
            <a:r>
              <a:rPr lang="en-US"/>
              <a:t>The power of communication</a:t>
            </a:r>
          </a:p>
        </p:txBody>
      </p:sp>
      <p:pic>
        <p:nvPicPr>
          <p:cNvPr id="4" name="Picture Placeholder 17" descr="Person smiling on the beach">
            <a:extLst>
              <a:ext uri="{FF2B5EF4-FFF2-40B4-BE49-F238E27FC236}">
                <a16:creationId xmlns:a16="http://schemas.microsoft.com/office/drawing/2014/main" id="{5E6D83BB-8C90-A74A-7CB5-59884B99448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27469" r="27469"/>
          <a:stretch/>
        </p:blipFill>
        <p:spPr>
          <a:xfrm>
            <a:off x="6642169" y="-1"/>
            <a:ext cx="4635426" cy="6857999"/>
          </a:xfrm>
        </p:spPr>
      </p:pic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0FEFBF-60FD-0161-6F6E-89EE3938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3508311"/>
            <a:ext cx="9923770" cy="1438762"/>
          </a:xfrm>
        </p:spPr>
        <p:txBody>
          <a:bodyPr/>
          <a:lstStyle/>
          <a:p>
            <a:r>
              <a:rPr lang="en-US"/>
              <a:t>Overcoming nervousness</a:t>
            </a:r>
            <a:endParaRPr lang="en-ZA"/>
          </a:p>
        </p:txBody>
      </p:sp>
      <p:pic>
        <p:nvPicPr>
          <p:cNvPr id="5" name="Picture Placeholder 84" descr="Two people standing facing a crowd of people sitting">
            <a:extLst>
              <a:ext uri="{FF2B5EF4-FFF2-40B4-BE49-F238E27FC236}">
                <a16:creationId xmlns:a16="http://schemas.microsoft.com/office/drawing/2014/main" id="{E71238CA-461F-1B03-D7E1-786C002AB7D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290" b="35290"/>
          <a:stretch/>
        </p:blipFill>
        <p:spPr>
          <a:xfrm>
            <a:off x="915600" y="0"/>
            <a:ext cx="10361995" cy="34290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542008-8017-76E5-ABC0-3240106887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53828" y="5228488"/>
            <a:ext cx="9923770" cy="1368256"/>
          </a:xfrm>
        </p:spPr>
        <p:txBody>
          <a:bodyPr/>
          <a:lstStyle/>
          <a:p>
            <a:r>
              <a:rPr lang="en-US"/>
              <a:t>Confidence-building strategies</a:t>
            </a:r>
          </a:p>
        </p:txBody>
      </p:sp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/>
              <a:t>Engaging the audience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/>
          <a:lstStyle/>
          <a:p>
            <a:r>
              <a:rPr lang="en-US"/>
              <a:t>Make eye contact with your audience to create a sense of intimacy and involvement</a:t>
            </a:r>
          </a:p>
          <a:p>
            <a:r>
              <a:rPr lang="en-US"/>
              <a:t>Weave relatable stories into your presentation using narratives that make your message memorable and impactful</a:t>
            </a:r>
          </a:p>
          <a:p>
            <a:r>
              <a:rPr lang="en-US"/>
              <a:t>Encourage questions and provide thoughtful responses to enhance audience participation</a:t>
            </a:r>
          </a:p>
          <a:p>
            <a:r>
              <a:rPr lang="en-US"/>
              <a:t>Use live polls or surveys to gather audience opinions, promoting engagement and making sure the audience feel involved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1384-8C2A-AC46-D296-2DF95CBF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1" y="1068169"/>
            <a:ext cx="10115939" cy="2681549"/>
          </a:xfrm>
        </p:spPr>
        <p:txBody>
          <a:bodyPr/>
          <a:lstStyle/>
          <a:p>
            <a:r>
              <a:rPr lang="en-US"/>
              <a:t>Selecting visual aids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606B8-D15C-3916-2C66-49DEC593A3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8031" y="4027047"/>
            <a:ext cx="10115939" cy="1762783"/>
          </a:xfrm>
        </p:spPr>
        <p:txBody>
          <a:bodyPr/>
          <a:lstStyle/>
          <a:p>
            <a:r>
              <a:rPr lang="en-US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40113340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/>
              <a:t>Effective delivery techniques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C90C5-5198-C255-02F9-1608AA49E08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4" y="2057401"/>
            <a:ext cx="4627186" cy="4119463"/>
          </a:xfrm>
        </p:spPr>
        <p:txBody>
          <a:bodyPr/>
          <a:lstStyle/>
          <a:p>
            <a:r>
              <a:rPr lang="en-US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/>
              <a:t>Pitch variation</a:t>
            </a:r>
          </a:p>
          <a:p>
            <a:pPr lvl="1"/>
            <a:r>
              <a:rPr lang="en-US"/>
              <a:t>Tone inflection</a:t>
            </a:r>
          </a:p>
          <a:p>
            <a:pPr lvl="1"/>
            <a:r>
              <a:rPr lang="en-US"/>
              <a:t>Volume control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992593-AF79-3D1E-E253-0765DF0F513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668185" y="2057401"/>
            <a:ext cx="4609399" cy="4119463"/>
          </a:xfrm>
        </p:spPr>
        <p:txBody>
          <a:bodyPr/>
          <a:lstStyle/>
          <a:p>
            <a:r>
              <a:rPr lang="en-US"/>
              <a:t>Effective body language enhances your message, making it more impactful and memorable.</a:t>
            </a:r>
          </a:p>
          <a:p>
            <a:pPr lvl="1"/>
            <a:r>
              <a:rPr lang="en-US"/>
              <a:t>Meaningful eye contact</a:t>
            </a:r>
          </a:p>
          <a:p>
            <a:pPr lvl="1"/>
            <a:r>
              <a:rPr lang="en-US"/>
              <a:t>Purposeful gestures</a:t>
            </a:r>
          </a:p>
          <a:p>
            <a:pPr lvl="1"/>
            <a:r>
              <a:rPr lang="en-US"/>
              <a:t>Maintain good posture</a:t>
            </a:r>
          </a:p>
          <a:p>
            <a:pPr lvl="1"/>
            <a:r>
              <a:rPr lang="en-US"/>
              <a:t>Control your expressions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/>
              <a:t>Navigating Q&amp;A sessions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D951B-D6C0-AB0A-0FFD-23670BE643E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5" y="2057401"/>
            <a:ext cx="3068678" cy="4119463"/>
          </a:xfrm>
        </p:spPr>
        <p:txBody>
          <a:bodyPr/>
          <a:lstStyle/>
          <a:p>
            <a:r>
              <a:rPr lang="en-US"/>
              <a:t>Know your material in advance</a:t>
            </a:r>
          </a:p>
          <a:p>
            <a:r>
              <a:rPr lang="en-US"/>
              <a:t>Anticipate common questions</a:t>
            </a:r>
          </a:p>
          <a:p>
            <a:r>
              <a:rPr lang="en-US"/>
              <a:t>Rehearse your responses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CE9E18-F4C2-3B3A-348B-BE5512664CA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91727" y="2057401"/>
            <a:ext cx="6085857" cy="4119463"/>
          </a:xfrm>
        </p:spPr>
        <p:txBody>
          <a:bodyPr/>
          <a:lstStyle/>
          <a:p>
            <a:r>
              <a:rPr lang="en-US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/>
              <a:t>Stay calm</a:t>
            </a:r>
          </a:p>
          <a:p>
            <a:pPr lvl="1"/>
            <a:r>
              <a:rPr lang="en-US"/>
              <a:t>Actively listen</a:t>
            </a:r>
          </a:p>
          <a:p>
            <a:pPr lvl="1"/>
            <a:r>
              <a:rPr lang="en-US"/>
              <a:t>Pause and reflect</a:t>
            </a:r>
          </a:p>
          <a:p>
            <a:pPr lvl="1"/>
            <a:r>
              <a:rPr lang="en-US"/>
              <a:t>Maintain eye contact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0101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2EF1C1-5933-D909-38D2-D22F630A8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/>
              <a:t>Speaking impact</a:t>
            </a:r>
            <a:endParaRPr lang="en-Z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D94129-1999-7159-E6E3-7D6C478655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7" name="Picture Placeholder 6" descr="A person with curly hair standing in front of a crowd">
            <a:extLst>
              <a:ext uri="{FF2B5EF4-FFF2-40B4-BE49-F238E27FC236}">
                <a16:creationId xmlns:a16="http://schemas.microsoft.com/office/drawing/2014/main" id="{9A3D4103-A3C2-A6CC-FF4A-CAB89B7EA62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54" r="54"/>
          <a:stretch/>
        </p:blipFill>
        <p:spPr>
          <a:xfrm>
            <a:off x="1503363" y="2061969"/>
            <a:ext cx="4592637" cy="480536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3004F-891E-E0B4-FC2D-A5949EC33A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787262" y="2052736"/>
            <a:ext cx="4490320" cy="4800598"/>
          </a:xfrm>
        </p:spPr>
        <p:txBody>
          <a:bodyPr/>
          <a:lstStyle/>
          <a:p>
            <a:r>
              <a:rPr lang="en-US"/>
              <a:t>Your ability to communicate effectively will leave a lasting impact on your audience</a:t>
            </a:r>
          </a:p>
          <a:p>
            <a:r>
              <a:rPr lang="en-US"/>
              <a:t>Effectively communicating involves not only delivering a message but also resonating with the experiences, values, and emotions of those listening </a:t>
            </a:r>
          </a:p>
        </p:txBody>
      </p:sp>
    </p:spTree>
    <p:extLst>
      <p:ext uri="{BB962C8B-B14F-4D97-AF65-F5344CB8AC3E}">
        <p14:creationId xmlns:p14="http://schemas.microsoft.com/office/powerpoint/2010/main" val="822506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5AA6ED-97F0-825D-71BB-D4D461E78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/>
              <a:t>Dynamic delivery</a:t>
            </a:r>
            <a:endParaRPr lang="en-ZA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59FD0C-3CC0-6307-C5F3-CCBE0B14A1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8814" y="2057400"/>
            <a:ext cx="3091027" cy="3867538"/>
          </a:xfrm>
        </p:spPr>
        <p:txBody>
          <a:bodyPr/>
          <a:lstStyle/>
          <a:p>
            <a:r>
              <a:rPr lang="en-US"/>
              <a:t>Learn to infuse energy into your delivery to leave a lasting impression</a:t>
            </a:r>
          </a:p>
          <a:p>
            <a:r>
              <a:rPr lang="en-US"/>
              <a:t>One of the goals of effective communication is to motivate your audience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4BF48F46-6E7D-0880-9D66-315C864F7D0F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3602610772"/>
              </p:ext>
            </p:extLst>
          </p:nvPr>
        </p:nvGraphicFramePr>
        <p:xfrm>
          <a:off x="5097463" y="2052638"/>
          <a:ext cx="6179954" cy="3891624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36260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056338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880508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880508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86960">
                <a:tc>
                  <a:txBody>
                    <a:bodyPr/>
                    <a:lstStyle/>
                    <a:p>
                      <a:r>
                        <a:rPr lang="en-US" sz="180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01680">
                <a:tc>
                  <a:txBody>
                    <a:bodyPr/>
                    <a:lstStyle/>
                    <a:p>
                      <a:r>
                        <a:rPr lang="en-US" sz="180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r>
                        <a:rPr lang="en-US" sz="180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01680">
                <a:tc>
                  <a:txBody>
                    <a:bodyPr/>
                    <a:lstStyle/>
                    <a:p>
                      <a:r>
                        <a:rPr lang="en-US" sz="180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01680">
                <a:tc>
                  <a:txBody>
                    <a:bodyPr/>
                    <a:lstStyle/>
                    <a:p>
                      <a:r>
                        <a:rPr lang="en-US" sz="180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59544">
                <a:tc>
                  <a:txBody>
                    <a:bodyPr/>
                    <a:lstStyle/>
                    <a:p>
                      <a:r>
                        <a:rPr lang="en-US" sz="180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592F51-55CE-19DC-B632-AD19560BA9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466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FCC8-C04D-0071-3B14-4AF828E00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/>
              <a:t>Final tips &amp; takeaways</a:t>
            </a:r>
            <a:endParaRPr lang="en-ZA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0E1748-5A63-CCAD-65B2-FB5DB78846F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68814" y="2066731"/>
            <a:ext cx="6452876" cy="3867538"/>
          </a:xfrm>
        </p:spPr>
        <p:txBody>
          <a:bodyPr>
            <a:normAutofit/>
          </a:bodyPr>
          <a:lstStyle/>
          <a:p>
            <a:r>
              <a:rPr lang="en-US"/>
              <a:t>Consistent rehearsal</a:t>
            </a:r>
          </a:p>
          <a:p>
            <a:pPr lvl="1"/>
            <a:r>
              <a:rPr lang="en-US"/>
              <a:t>Strengthen your familiarity</a:t>
            </a:r>
          </a:p>
          <a:p>
            <a:r>
              <a:rPr lang="en-US"/>
              <a:t>Refine delivery style</a:t>
            </a:r>
          </a:p>
          <a:p>
            <a:pPr lvl="1"/>
            <a:r>
              <a:rPr lang="en-US"/>
              <a:t>Pacing, tone, and emphasis</a:t>
            </a:r>
          </a:p>
          <a:p>
            <a:r>
              <a:rPr lang="en-US"/>
              <a:t>Timing and transitions</a:t>
            </a:r>
          </a:p>
          <a:p>
            <a:pPr lvl="1"/>
            <a:r>
              <a:rPr lang="en-US"/>
              <a:t>Aim for seamless, professional delivery</a:t>
            </a:r>
          </a:p>
          <a:p>
            <a:r>
              <a:rPr lang="en-US"/>
              <a:t>Practice audience</a:t>
            </a:r>
          </a:p>
          <a:p>
            <a:pPr lvl="1"/>
            <a:r>
              <a:rPr lang="en-US"/>
              <a:t>Enlist colleagues to listen &amp; provide feedback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118A24-4E50-F77D-EF17-46A29F012C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9196" y="2066731"/>
            <a:ext cx="3108391" cy="3867538"/>
          </a:xfrm>
        </p:spPr>
        <p:txBody>
          <a:bodyPr/>
          <a:lstStyle/>
          <a:p>
            <a:r>
              <a:rPr lang="en-US"/>
              <a:t>Seek feedback</a:t>
            </a:r>
          </a:p>
          <a:p>
            <a:r>
              <a:rPr lang="en-US"/>
              <a:t>Reflect on performance</a:t>
            </a:r>
          </a:p>
          <a:p>
            <a:r>
              <a:rPr lang="en-US"/>
              <a:t>Explore new techniques</a:t>
            </a:r>
          </a:p>
          <a:p>
            <a:r>
              <a:rPr lang="en-US"/>
              <a:t>Set personal goals</a:t>
            </a:r>
          </a:p>
          <a:p>
            <a:r>
              <a:rPr lang="en-US"/>
              <a:t>Iterate and adapt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D6A759-37B6-1E14-BD05-D652BEECEA3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1353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7BF639-9897-7AC5-9AE9-B87BE1DE7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/>
              <a:t>Speaking engagement metrics</a:t>
            </a:r>
            <a:endParaRPr lang="en-ZA"/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D1DCF783-46E9-D159-7BE1-A0FAAD6D6524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865138613"/>
              </p:ext>
            </p:extLst>
          </p:nvPr>
        </p:nvGraphicFramePr>
        <p:xfrm>
          <a:off x="1487488" y="2057400"/>
          <a:ext cx="9789995" cy="38862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98571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3318899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242693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242693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lang="en-US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44EDC2-BFBF-920F-CB70-9AF7324660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237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en-US"/>
              <a:t>Thank</a:t>
            </a:r>
            <a:br>
              <a:rPr lang="en-US"/>
            </a:br>
            <a:r>
              <a:rPr lang="en-US"/>
              <a:t>you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ECFE66-A9E7-A365-967B-2FD670CB39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82286" y="690465"/>
            <a:ext cx="4784372" cy="5253089"/>
          </a:xfrm>
        </p:spPr>
        <p:txBody>
          <a:bodyPr/>
          <a:lstStyle/>
          <a:p>
            <a:r>
              <a:rPr lang="en-US"/>
              <a:t>Brita Tamm</a:t>
            </a:r>
          </a:p>
          <a:p>
            <a:r>
              <a:rPr lang="en-US"/>
              <a:t>502-555-0152</a:t>
            </a:r>
          </a:p>
          <a:p>
            <a:r>
              <a:rPr lang="en-US"/>
              <a:t>brita@firstupconsultants.com</a:t>
            </a:r>
          </a:p>
          <a:p>
            <a:r>
              <a:rPr lang="en-US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{D416A678-B173-441C-BE0F-388D6B6AF960}tf78544816_win32</Template>
  <TotalTime>0</TotalTime>
  <Words>4177</Words>
  <Application>Microsoft Office PowerPoint</Application>
  <PresentationFormat>Widescreen</PresentationFormat>
  <Paragraphs>605</Paragraphs>
  <Slides>51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Calibri</vt:lpstr>
      <vt:lpstr>Symbol</vt:lpstr>
      <vt:lpstr>Times New Roman</vt:lpstr>
      <vt:lpstr>Tisa Offc Serif Pro</vt:lpstr>
      <vt:lpstr>Univers Light</vt:lpstr>
      <vt:lpstr>Custom</vt:lpstr>
      <vt:lpstr>Investigating the effects of birth order on mental well-being</vt:lpstr>
      <vt:lpstr>Birth order &amp; personality</vt:lpstr>
      <vt:lpstr>What about birth order &amp; mental well-being?</vt:lpstr>
      <vt:lpstr>How does birth order impact mental well-being?</vt:lpstr>
      <vt:lpstr>My Study</vt:lpstr>
      <vt:lpstr>My Study</vt:lpstr>
      <vt:lpstr>Aim 3: Examining Intersectionality</vt:lpstr>
      <vt:lpstr>Immigrant Background</vt:lpstr>
      <vt:lpstr>PowerPoint Presentation</vt:lpstr>
      <vt:lpstr>Methods (15-20min Qualtrics Survey)</vt:lpstr>
      <vt:lpstr>Ryff Psychological Well-Being Scale</vt:lpstr>
      <vt:lpstr>PowerPoint Presentation</vt:lpstr>
      <vt:lpstr>What did we find?</vt:lpstr>
      <vt:lpstr>Descriptives</vt:lpstr>
      <vt:lpstr>Descriptives</vt:lpstr>
      <vt:lpstr>PowerPoint Presentation</vt:lpstr>
      <vt:lpstr>H1: Among people with siblings, do first-borns have lower mental well-being than later-borns?</vt:lpstr>
      <vt:lpstr>H1: Among people with siblings, do first-borns have lower mental well-being than later-borns?</vt:lpstr>
      <vt:lpstr>H1: Among people with siblings, do first-borns have lower mental well-being than later-borns?</vt:lpstr>
      <vt:lpstr>H2: Among people with immigrant backgrounds and siblings, do first-borns have lower mental well-being than later-borns?</vt:lpstr>
      <vt:lpstr>H3: Is there an interaction between the effects of  birth order * gender * immigrant background on mental well-being?</vt:lpstr>
      <vt:lpstr>Among all participants (incl. only children), is there an interaction effect of birth order * immigrant background?</vt:lpstr>
      <vt:lpstr>PowerPoint Presentation</vt:lpstr>
      <vt:lpstr>Aim 2: Explore how birth order affects different aspects of mental well-being</vt:lpstr>
      <vt:lpstr>Among everyone (incl. only children), does immigrant background affect mental well-being subscores?</vt:lpstr>
      <vt:lpstr>What do we make of this?</vt:lpstr>
      <vt:lpstr>Only children might be displaying higher mental well-being. (Positive Relations With Others)</vt:lpstr>
      <vt:lpstr>Thank you!  </vt:lpstr>
      <vt:lpstr>Appendix</vt:lpstr>
      <vt:lpstr>Birth Order</vt:lpstr>
      <vt:lpstr>Birth Order &amp; Personality Effects</vt:lpstr>
      <vt:lpstr>Does birth order really affect personality?</vt:lpstr>
      <vt:lpstr>Immigrant background</vt:lpstr>
      <vt:lpstr>Gender</vt:lpstr>
      <vt:lpstr>Methods</vt:lpstr>
      <vt:lpstr>Data Analysis Plan</vt:lpstr>
      <vt:lpstr>H1: Among people with siblings, do first-borns have lower mental well-being than later-borns?</vt:lpstr>
      <vt:lpstr>Predictions</vt:lpstr>
      <vt:lpstr>What about birth order &amp; mental well-being?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Replicating the effects of birth order on mental well-being</dc:title>
  <dc:creator>Viet-Hung Nguyen</dc:creator>
  <cp:lastModifiedBy>Viet-Hung Nguyen</cp:lastModifiedBy>
  <cp:revision>1</cp:revision>
  <dcterms:created xsi:type="dcterms:W3CDTF">2024-04-29T17:30:55Z</dcterms:created>
  <dcterms:modified xsi:type="dcterms:W3CDTF">2024-12-04T06:34:32Z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