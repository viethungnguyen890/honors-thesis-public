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322" r:id="rId5"/>
    <p:sldId id="323" r:id="rId6"/>
    <p:sldId id="324" r:id="rId7"/>
    <p:sldId id="325" r:id="rId8"/>
    <p:sldId id="328" r:id="rId9"/>
    <p:sldId id="326" r:id="rId10"/>
    <p:sldId id="327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1" r:id="rId24"/>
    <p:sldId id="321" r:id="rId25"/>
    <p:sldId id="320" r:id="rId26"/>
    <p:sldId id="319" r:id="rId27"/>
    <p:sldId id="318" r:id="rId28"/>
    <p:sldId id="317" r:id="rId29"/>
    <p:sldId id="316" r:id="rId30"/>
    <p:sldId id="315" r:id="rId31"/>
    <p:sldId id="314" r:id="rId32"/>
    <p:sldId id="313" r:id="rId33"/>
    <p:sldId id="312" r:id="rId34"/>
    <p:sldId id="311" r:id="rId35"/>
    <p:sldId id="31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7D39A-51DC-451D-B542-AD43F0165FD5}" v="2" dt="2024-04-30T16:37:10.002"/>
    <p1510:client id="{307F2DD5-C182-4E7F-9086-786FCB67D521}" v="88" dt="2024-04-30T07:20:23.859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1892" autoAdjust="0"/>
  </p:normalViewPr>
  <p:slideViewPr>
    <p:cSldViewPr snapToGrid="0">
      <p:cViewPr varScale="1">
        <p:scale>
          <a:sx n="71" d="100"/>
          <a:sy n="71" d="100"/>
        </p:scale>
        <p:origin x="1368" y="41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632" y="11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t-Hung Nguyen" userId="88ab1737-f544-455f-9872-7aa9eb73f0ba" providerId="ADAL" clId="{0127D39A-51DC-451D-B542-AD43F0165FD5}"/>
    <pc:docChg chg="custSel modSld">
      <pc:chgData name="Viet-Hung Nguyen" userId="88ab1737-f544-455f-9872-7aa9eb73f0ba" providerId="ADAL" clId="{0127D39A-51DC-451D-B542-AD43F0165FD5}" dt="2024-04-30T22:04:41.786" v="43" actId="5793"/>
      <pc:docMkLst>
        <pc:docMk/>
      </pc:docMkLst>
      <pc:sldChg chg="modNotesTx">
        <pc:chgData name="Viet-Hung Nguyen" userId="88ab1737-f544-455f-9872-7aa9eb73f0ba" providerId="ADAL" clId="{0127D39A-51DC-451D-B542-AD43F0165FD5}" dt="2024-04-30T22:04:41.786" v="43" actId="5793"/>
        <pc:sldMkLst>
          <pc:docMk/>
          <pc:sldMk cId="3688467874" sldId="331"/>
        </pc:sldMkLst>
      </pc:sldChg>
      <pc:sldChg chg="modNotesTx">
        <pc:chgData name="Viet-Hung Nguyen" userId="88ab1737-f544-455f-9872-7aa9eb73f0ba" providerId="ADAL" clId="{0127D39A-51DC-451D-B542-AD43F0165FD5}" dt="2024-04-30T18:57:15.543" v="25" actId="20577"/>
        <pc:sldMkLst>
          <pc:docMk/>
          <pc:sldMk cId="3827808073" sldId="338"/>
        </pc:sldMkLst>
      </pc:sldChg>
      <pc:sldChg chg="modSp modAnim">
        <pc:chgData name="Viet-Hung Nguyen" userId="88ab1737-f544-455f-9872-7aa9eb73f0ba" providerId="ADAL" clId="{0127D39A-51DC-451D-B542-AD43F0165FD5}" dt="2024-04-30T16:37:10.002" v="1" actId="12"/>
        <pc:sldMkLst>
          <pc:docMk/>
          <pc:sldMk cId="641737480" sldId="339"/>
        </pc:sldMkLst>
        <pc:spChg chg="mod">
          <ac:chgData name="Viet-Hung Nguyen" userId="88ab1737-f544-455f-9872-7aa9eb73f0ba" providerId="ADAL" clId="{0127D39A-51DC-451D-B542-AD43F0165FD5}" dt="2024-04-30T16:37:10.002" v="1" actId="12"/>
          <ac:spMkLst>
            <pc:docMk/>
            <pc:sldMk cId="641737480" sldId="339"/>
            <ac:spMk id="7" creationId="{90359A42-ED0F-DF98-4113-1E39F5A478D9}"/>
          </ac:spMkLst>
        </pc:spChg>
      </pc:sldChg>
    </pc:docChg>
  </pc:docChgLst>
  <pc:docChgLst>
    <pc:chgData name="Viet-Hung Nguyen" userId="88ab1737-f544-455f-9872-7aa9eb73f0ba" providerId="ADAL" clId="{307F2DD5-C182-4E7F-9086-786FCB67D521}"/>
    <pc:docChg chg="undo custSel addSld modSld">
      <pc:chgData name="Viet-Hung Nguyen" userId="88ab1737-f544-455f-9872-7aa9eb73f0ba" providerId="ADAL" clId="{307F2DD5-C182-4E7F-9086-786FCB67D521}" dt="2024-04-30T07:20:23.859" v="2929"/>
      <pc:docMkLst>
        <pc:docMk/>
      </pc:docMkLst>
      <pc:sldChg chg="addSp delSp modSp mod">
        <pc:chgData name="Viet-Hung Nguyen" userId="88ab1737-f544-455f-9872-7aa9eb73f0ba" providerId="ADAL" clId="{307F2DD5-C182-4E7F-9086-786FCB67D521}" dt="2024-04-30T07:14:46.556" v="2797" actId="478"/>
        <pc:sldMkLst>
          <pc:docMk/>
          <pc:sldMk cId="3378822495" sldId="322"/>
        </pc:sldMkLst>
        <pc:picChg chg="add del mod">
          <ac:chgData name="Viet-Hung Nguyen" userId="88ab1737-f544-455f-9872-7aa9eb73f0ba" providerId="ADAL" clId="{307F2DD5-C182-4E7F-9086-786FCB67D521}" dt="2024-04-30T07:14:46.556" v="2797" actId="478"/>
          <ac:picMkLst>
            <pc:docMk/>
            <pc:sldMk cId="3378822495" sldId="322"/>
            <ac:picMk id="5" creationId="{B3C14CAA-5319-DC50-5DFE-2B4A3BB21645}"/>
          </ac:picMkLst>
        </pc:picChg>
      </pc:sldChg>
      <pc:sldChg chg="modAnim">
        <pc:chgData name="Viet-Hung Nguyen" userId="88ab1737-f544-455f-9872-7aa9eb73f0ba" providerId="ADAL" clId="{307F2DD5-C182-4E7F-9086-786FCB67D521}" dt="2024-04-30T06:39:05.054" v="2772"/>
        <pc:sldMkLst>
          <pc:docMk/>
          <pc:sldMk cId="2875336553" sldId="323"/>
        </pc:sldMkLst>
      </pc:sldChg>
      <pc:sldChg chg="modAnim">
        <pc:chgData name="Viet-Hung Nguyen" userId="88ab1737-f544-455f-9872-7aa9eb73f0ba" providerId="ADAL" clId="{307F2DD5-C182-4E7F-9086-786FCB67D521}" dt="2024-04-30T06:38:43.863" v="2771"/>
        <pc:sldMkLst>
          <pc:docMk/>
          <pc:sldMk cId="2468270471" sldId="324"/>
        </pc:sldMkLst>
      </pc:sldChg>
      <pc:sldChg chg="modAnim">
        <pc:chgData name="Viet-Hung Nguyen" userId="88ab1737-f544-455f-9872-7aa9eb73f0ba" providerId="ADAL" clId="{307F2DD5-C182-4E7F-9086-786FCB67D521}" dt="2024-04-30T06:39:11.824" v="2773"/>
        <pc:sldMkLst>
          <pc:docMk/>
          <pc:sldMk cId="2005516879" sldId="325"/>
        </pc:sldMkLst>
      </pc:sldChg>
      <pc:sldChg chg="modAnim">
        <pc:chgData name="Viet-Hung Nguyen" userId="88ab1737-f544-455f-9872-7aa9eb73f0ba" providerId="ADAL" clId="{307F2DD5-C182-4E7F-9086-786FCB67D521}" dt="2024-04-30T06:39:17.590" v="2774"/>
        <pc:sldMkLst>
          <pc:docMk/>
          <pc:sldMk cId="3598261012" sldId="326"/>
        </pc:sldMkLst>
      </pc:sldChg>
      <pc:sldChg chg="modAnim">
        <pc:chgData name="Viet-Hung Nguyen" userId="88ab1737-f544-455f-9872-7aa9eb73f0ba" providerId="ADAL" clId="{307F2DD5-C182-4E7F-9086-786FCB67D521}" dt="2024-04-30T06:39:22.175" v="2775"/>
        <pc:sldMkLst>
          <pc:docMk/>
          <pc:sldMk cId="1136109300" sldId="327"/>
        </pc:sldMkLst>
      </pc:sldChg>
      <pc:sldChg chg="modAnim modNotesTx">
        <pc:chgData name="Viet-Hung Nguyen" userId="88ab1737-f544-455f-9872-7aa9eb73f0ba" providerId="ADAL" clId="{307F2DD5-C182-4E7F-9086-786FCB67D521}" dt="2024-04-30T06:39:27.284" v="2776"/>
        <pc:sldMkLst>
          <pc:docMk/>
          <pc:sldMk cId="478840042" sldId="329"/>
        </pc:sldMkLst>
      </pc:sldChg>
      <pc:sldChg chg="modSp mod modAnim">
        <pc:chgData name="Viet-Hung Nguyen" userId="88ab1737-f544-455f-9872-7aa9eb73f0ba" providerId="ADAL" clId="{307F2DD5-C182-4E7F-9086-786FCB67D521}" dt="2024-04-30T06:39:31.288" v="2777"/>
        <pc:sldMkLst>
          <pc:docMk/>
          <pc:sldMk cId="1529445290" sldId="330"/>
        </pc:sldMkLst>
        <pc:spChg chg="mod">
          <ac:chgData name="Viet-Hung Nguyen" userId="88ab1737-f544-455f-9872-7aa9eb73f0ba" providerId="ADAL" clId="{307F2DD5-C182-4E7F-9086-786FCB67D521}" dt="2024-04-30T05:06:40.132" v="993" actId="115"/>
          <ac:spMkLst>
            <pc:docMk/>
            <pc:sldMk cId="1529445290" sldId="330"/>
            <ac:spMk id="3" creationId="{F9A92675-F998-EBBB-0CFC-93AF3511AAEC}"/>
          </ac:spMkLst>
        </pc:spChg>
      </pc:sldChg>
      <pc:sldChg chg="modSp mod modAnim modNotesTx">
        <pc:chgData name="Viet-Hung Nguyen" userId="88ab1737-f544-455f-9872-7aa9eb73f0ba" providerId="ADAL" clId="{307F2DD5-C182-4E7F-9086-786FCB67D521}" dt="2024-04-30T06:39:37.217" v="2778"/>
        <pc:sldMkLst>
          <pc:docMk/>
          <pc:sldMk cId="3688467874" sldId="331"/>
        </pc:sldMkLst>
        <pc:spChg chg="mod">
          <ac:chgData name="Viet-Hung Nguyen" userId="88ab1737-f544-455f-9872-7aa9eb73f0ba" providerId="ADAL" clId="{307F2DD5-C182-4E7F-9086-786FCB67D521}" dt="2024-04-30T04:45:55.638" v="525" actId="115"/>
          <ac:spMkLst>
            <pc:docMk/>
            <pc:sldMk cId="3688467874" sldId="331"/>
            <ac:spMk id="3" creationId="{6BBFB75A-2C5E-E128-097D-78AB7DE6129A}"/>
          </ac:spMkLst>
        </pc:spChg>
      </pc:sldChg>
      <pc:sldChg chg="addSp delSp modSp new mod modClrScheme modAnim chgLayout modNotesTx">
        <pc:chgData name="Viet-Hung Nguyen" userId="88ab1737-f544-455f-9872-7aa9eb73f0ba" providerId="ADAL" clId="{307F2DD5-C182-4E7F-9086-786FCB67D521}" dt="2024-04-30T06:39:42.739" v="2779"/>
        <pc:sldMkLst>
          <pc:docMk/>
          <pc:sldMk cId="2556322351" sldId="332"/>
        </pc:sldMkLst>
        <pc:spChg chg="del mod ord">
          <ac:chgData name="Viet-Hung Nguyen" userId="88ab1737-f544-455f-9872-7aa9eb73f0ba" providerId="ADAL" clId="{307F2DD5-C182-4E7F-9086-786FCB67D521}" dt="2024-04-30T04:36:36.966" v="183" actId="700"/>
          <ac:spMkLst>
            <pc:docMk/>
            <pc:sldMk cId="2556322351" sldId="332"/>
            <ac:spMk id="2" creationId="{23A9A130-7D79-5BB7-0BE3-B2C71C0988EF}"/>
          </ac:spMkLst>
        </pc:spChg>
        <pc:spChg chg="del mod ord">
          <ac:chgData name="Viet-Hung Nguyen" userId="88ab1737-f544-455f-9872-7aa9eb73f0ba" providerId="ADAL" clId="{307F2DD5-C182-4E7F-9086-786FCB67D521}" dt="2024-04-30T04:36:36.966" v="183" actId="700"/>
          <ac:spMkLst>
            <pc:docMk/>
            <pc:sldMk cId="2556322351" sldId="332"/>
            <ac:spMk id="3" creationId="{DF704D4D-CC69-814B-D9DD-BACBC0155449}"/>
          </ac:spMkLst>
        </pc:spChg>
        <pc:spChg chg="mod ord">
          <ac:chgData name="Viet-Hung Nguyen" userId="88ab1737-f544-455f-9872-7aa9eb73f0ba" providerId="ADAL" clId="{307F2DD5-C182-4E7F-9086-786FCB67D521}" dt="2024-04-30T04:39:12.577" v="185" actId="700"/>
          <ac:spMkLst>
            <pc:docMk/>
            <pc:sldMk cId="2556322351" sldId="332"/>
            <ac:spMk id="4" creationId="{EE166BE0-5445-458A-A254-9825408B41E4}"/>
          </ac:spMkLst>
        </pc:spChg>
        <pc:spChg chg="add del mod ord">
          <ac:chgData name="Viet-Hung Nguyen" userId="88ab1737-f544-455f-9872-7aa9eb73f0ba" providerId="ADAL" clId="{307F2DD5-C182-4E7F-9086-786FCB67D521}" dt="2024-04-30T04:36:40.616" v="184" actId="26606"/>
          <ac:spMkLst>
            <pc:docMk/>
            <pc:sldMk cId="2556322351" sldId="332"/>
            <ac:spMk id="5" creationId="{4D37F370-3693-EC62-0C6C-6B42BA5A3C5B}"/>
          </ac:spMkLst>
        </pc:spChg>
        <pc:spChg chg="add del mod ord">
          <ac:chgData name="Viet-Hung Nguyen" userId="88ab1737-f544-455f-9872-7aa9eb73f0ba" providerId="ADAL" clId="{307F2DD5-C182-4E7F-9086-786FCB67D521}" dt="2024-04-30T04:36:40.616" v="184" actId="26606"/>
          <ac:spMkLst>
            <pc:docMk/>
            <pc:sldMk cId="2556322351" sldId="332"/>
            <ac:spMk id="6" creationId="{361643C0-3861-9F52-5C5D-7F5DE3A5A01D}"/>
          </ac:spMkLst>
        </pc:spChg>
        <pc:spChg chg="add del mod ord">
          <ac:chgData name="Viet-Hung Nguyen" userId="88ab1737-f544-455f-9872-7aa9eb73f0ba" providerId="ADAL" clId="{307F2DD5-C182-4E7F-9086-786FCB67D521}" dt="2024-04-30T04:36:40.616" v="184" actId="26606"/>
          <ac:spMkLst>
            <pc:docMk/>
            <pc:sldMk cId="2556322351" sldId="332"/>
            <ac:spMk id="7" creationId="{F7517C43-4C3C-C915-E551-169373B0A7DB}"/>
          </ac:spMkLst>
        </pc:spChg>
        <pc:spChg chg="add mod ord">
          <ac:chgData name="Viet-Hung Nguyen" userId="88ab1737-f544-455f-9872-7aa9eb73f0ba" providerId="ADAL" clId="{307F2DD5-C182-4E7F-9086-786FCB67D521}" dt="2024-04-30T04:46:04.487" v="545" actId="20577"/>
          <ac:spMkLst>
            <pc:docMk/>
            <pc:sldMk cId="2556322351" sldId="332"/>
            <ac:spMk id="8" creationId="{FCE7B64C-8F9B-7462-FE29-3E9C1761AE2C}"/>
          </ac:spMkLst>
        </pc:spChg>
        <pc:spChg chg="add mod ord">
          <ac:chgData name="Viet-Hung Nguyen" userId="88ab1737-f544-455f-9872-7aa9eb73f0ba" providerId="ADAL" clId="{307F2DD5-C182-4E7F-9086-786FCB67D521}" dt="2024-04-30T04:57:12.871" v="832" actId="313"/>
          <ac:spMkLst>
            <pc:docMk/>
            <pc:sldMk cId="2556322351" sldId="332"/>
            <ac:spMk id="9" creationId="{68DA7E22-AE42-5B90-93D7-8454C16D0465}"/>
          </ac:spMkLst>
        </pc:spChg>
        <pc:spChg chg="add del mod">
          <ac:chgData name="Viet-Hung Nguyen" userId="88ab1737-f544-455f-9872-7aa9eb73f0ba" providerId="ADAL" clId="{307F2DD5-C182-4E7F-9086-786FCB67D521}" dt="2024-04-30T04:42:59.970" v="373" actId="478"/>
          <ac:spMkLst>
            <pc:docMk/>
            <pc:sldMk cId="2556322351" sldId="332"/>
            <ac:spMk id="10" creationId="{BA1478BA-D33D-3032-F0F5-2818921222EF}"/>
          </ac:spMkLst>
        </pc:spChg>
        <pc:spChg chg="add del mod ord">
          <ac:chgData name="Viet-Hung Nguyen" userId="88ab1737-f544-455f-9872-7aa9eb73f0ba" providerId="ADAL" clId="{307F2DD5-C182-4E7F-9086-786FCB67D521}" dt="2024-04-30T04:39:12.577" v="185" actId="700"/>
          <ac:spMkLst>
            <pc:docMk/>
            <pc:sldMk cId="2556322351" sldId="332"/>
            <ac:spMk id="12" creationId="{AFBDCBCD-8D7D-A3A2-69A1-B3D7B83FEC3A}"/>
          </ac:spMkLst>
        </pc:spChg>
        <pc:spChg chg="add del mod">
          <ac:chgData name="Viet-Hung Nguyen" userId="88ab1737-f544-455f-9872-7aa9eb73f0ba" providerId="ADAL" clId="{307F2DD5-C182-4E7F-9086-786FCB67D521}" dt="2024-04-30T04:39:12.577" v="185" actId="700"/>
          <ac:spMkLst>
            <pc:docMk/>
            <pc:sldMk cId="2556322351" sldId="332"/>
            <ac:spMk id="14" creationId="{CFA6D460-5B15-4CF8-4978-5C1801108727}"/>
          </ac:spMkLst>
        </pc:spChg>
        <pc:spChg chg="add del mod ord">
          <ac:chgData name="Viet-Hung Nguyen" userId="88ab1737-f544-455f-9872-7aa9eb73f0ba" providerId="ADAL" clId="{307F2DD5-C182-4E7F-9086-786FCB67D521}" dt="2024-04-30T04:39:12.577" v="185" actId="700"/>
          <ac:spMkLst>
            <pc:docMk/>
            <pc:sldMk cId="2556322351" sldId="332"/>
            <ac:spMk id="16" creationId="{F40673AD-E9B6-D15F-CD45-20E0548D7B22}"/>
          </ac:spMkLst>
        </pc:spChg>
      </pc:sldChg>
      <pc:sldChg chg="modSp new mod modAnim modNotesTx">
        <pc:chgData name="Viet-Hung Nguyen" userId="88ab1737-f544-455f-9872-7aa9eb73f0ba" providerId="ADAL" clId="{307F2DD5-C182-4E7F-9086-786FCB67D521}" dt="2024-04-30T06:39:48.214" v="2780"/>
        <pc:sldMkLst>
          <pc:docMk/>
          <pc:sldMk cId="3308627593" sldId="333"/>
        </pc:sldMkLst>
        <pc:spChg chg="mod">
          <ac:chgData name="Viet-Hung Nguyen" userId="88ab1737-f544-455f-9872-7aa9eb73f0ba" providerId="ADAL" clId="{307F2DD5-C182-4E7F-9086-786FCB67D521}" dt="2024-04-30T04:56:20.049" v="820" actId="20577"/>
          <ac:spMkLst>
            <pc:docMk/>
            <pc:sldMk cId="3308627593" sldId="333"/>
            <ac:spMk id="2" creationId="{19FF3D30-B462-B864-AE8B-A5B33F5A087A}"/>
          </ac:spMkLst>
        </pc:spChg>
        <pc:spChg chg="mod">
          <ac:chgData name="Viet-Hung Nguyen" userId="88ab1737-f544-455f-9872-7aa9eb73f0ba" providerId="ADAL" clId="{307F2DD5-C182-4E7F-9086-786FCB67D521}" dt="2024-04-30T05:00:19.344" v="941" actId="14100"/>
          <ac:spMkLst>
            <pc:docMk/>
            <pc:sldMk cId="3308627593" sldId="333"/>
            <ac:spMk id="3" creationId="{1E744038-D8FD-0C29-1513-45E6C016BFF4}"/>
          </ac:spMkLst>
        </pc:spChg>
      </pc:sldChg>
      <pc:sldChg chg="addSp delSp modSp new mod modAnim modNotesTx">
        <pc:chgData name="Viet-Hung Nguyen" userId="88ab1737-f544-455f-9872-7aa9eb73f0ba" providerId="ADAL" clId="{307F2DD5-C182-4E7F-9086-786FCB67D521}" dt="2024-04-30T06:40:14.746" v="2782"/>
        <pc:sldMkLst>
          <pc:docMk/>
          <pc:sldMk cId="1313166050" sldId="334"/>
        </pc:sldMkLst>
        <pc:spChg chg="del">
          <ac:chgData name="Viet-Hung Nguyen" userId="88ab1737-f544-455f-9872-7aa9eb73f0ba" providerId="ADAL" clId="{307F2DD5-C182-4E7F-9086-786FCB67D521}" dt="2024-04-30T05:05:18.350" v="970" actId="478"/>
          <ac:spMkLst>
            <pc:docMk/>
            <pc:sldMk cId="1313166050" sldId="334"/>
            <ac:spMk id="2" creationId="{E6D61713-0082-6A44-64E8-A27CED2C463C}"/>
          </ac:spMkLst>
        </pc:spChg>
        <pc:spChg chg="mod">
          <ac:chgData name="Viet-Hung Nguyen" userId="88ab1737-f544-455f-9872-7aa9eb73f0ba" providerId="ADAL" clId="{307F2DD5-C182-4E7F-9086-786FCB67D521}" dt="2024-04-30T05:17:46.809" v="1470" actId="1036"/>
          <ac:spMkLst>
            <pc:docMk/>
            <pc:sldMk cId="1313166050" sldId="334"/>
            <ac:spMk id="3" creationId="{79156617-8E4C-9900-676D-7A2AD2564DC7}"/>
          </ac:spMkLst>
        </pc:spChg>
        <pc:spChg chg="add mod">
          <ac:chgData name="Viet-Hung Nguyen" userId="88ab1737-f544-455f-9872-7aa9eb73f0ba" providerId="ADAL" clId="{307F2DD5-C182-4E7F-9086-786FCB67D521}" dt="2024-04-30T05:09:54.789" v="1071" actId="1076"/>
          <ac:spMkLst>
            <pc:docMk/>
            <pc:sldMk cId="1313166050" sldId="334"/>
            <ac:spMk id="5" creationId="{595D3B02-5BC4-4897-0FAE-929B7A0F8522}"/>
          </ac:spMkLst>
        </pc:spChg>
        <pc:spChg chg="add mod">
          <ac:chgData name="Viet-Hung Nguyen" userId="88ab1737-f544-455f-9872-7aa9eb73f0ba" providerId="ADAL" clId="{307F2DD5-C182-4E7F-9086-786FCB67D521}" dt="2024-04-30T05:09:49.465" v="1070" actId="1035"/>
          <ac:spMkLst>
            <pc:docMk/>
            <pc:sldMk cId="1313166050" sldId="334"/>
            <ac:spMk id="6" creationId="{D654E773-5080-1A97-495D-1B8274BF6652}"/>
          </ac:spMkLst>
        </pc:spChg>
        <pc:spChg chg="add mod">
          <ac:chgData name="Viet-Hung Nguyen" userId="88ab1737-f544-455f-9872-7aa9eb73f0ba" providerId="ADAL" clId="{307F2DD5-C182-4E7F-9086-786FCB67D521}" dt="2024-04-30T05:09:49.465" v="1070" actId="1035"/>
          <ac:spMkLst>
            <pc:docMk/>
            <pc:sldMk cId="1313166050" sldId="334"/>
            <ac:spMk id="7" creationId="{473B0484-DAD5-76A6-67B8-9C79B3829B1C}"/>
          </ac:spMkLst>
        </pc:spChg>
        <pc:spChg chg="add del">
          <ac:chgData name="Viet-Hung Nguyen" userId="88ab1737-f544-455f-9872-7aa9eb73f0ba" providerId="ADAL" clId="{307F2DD5-C182-4E7F-9086-786FCB67D521}" dt="2024-04-30T05:10:01.724" v="1073" actId="478"/>
          <ac:spMkLst>
            <pc:docMk/>
            <pc:sldMk cId="1313166050" sldId="334"/>
            <ac:spMk id="8" creationId="{1FD28214-10F1-FEE1-AA6F-D7C6559012FB}"/>
          </ac:spMkLst>
        </pc:spChg>
        <pc:spChg chg="add mod">
          <ac:chgData name="Viet-Hung Nguyen" userId="88ab1737-f544-455f-9872-7aa9eb73f0ba" providerId="ADAL" clId="{307F2DD5-C182-4E7F-9086-786FCB67D521}" dt="2024-04-30T05:10:20.512" v="1098" actId="1076"/>
          <ac:spMkLst>
            <pc:docMk/>
            <pc:sldMk cId="1313166050" sldId="334"/>
            <ac:spMk id="9" creationId="{BEBE34BA-A418-2584-9D0C-397C23776390}"/>
          </ac:spMkLst>
        </pc:spChg>
        <pc:cxnChg chg="add mod">
          <ac:chgData name="Viet-Hung Nguyen" userId="88ab1737-f544-455f-9872-7aa9eb73f0ba" providerId="ADAL" clId="{307F2DD5-C182-4E7F-9086-786FCB67D521}" dt="2024-04-30T05:13:50.497" v="1136" actId="692"/>
          <ac:cxnSpMkLst>
            <pc:docMk/>
            <pc:sldMk cId="1313166050" sldId="334"/>
            <ac:cxnSpMk id="11" creationId="{52005A88-62BD-AF89-24FE-CA92F092DA0C}"/>
          </ac:cxnSpMkLst>
        </pc:cxnChg>
        <pc:cxnChg chg="add mod">
          <ac:chgData name="Viet-Hung Nguyen" userId="88ab1737-f544-455f-9872-7aa9eb73f0ba" providerId="ADAL" clId="{307F2DD5-C182-4E7F-9086-786FCB67D521}" dt="2024-04-30T05:13:43.904" v="1135" actId="692"/>
          <ac:cxnSpMkLst>
            <pc:docMk/>
            <pc:sldMk cId="1313166050" sldId="334"/>
            <ac:cxnSpMk id="15" creationId="{8A240411-DD04-17F2-086F-3C83A24185C0}"/>
          </ac:cxnSpMkLst>
        </pc:cxnChg>
        <pc:cxnChg chg="add mod">
          <ac:chgData name="Viet-Hung Nguyen" userId="88ab1737-f544-455f-9872-7aa9eb73f0ba" providerId="ADAL" clId="{307F2DD5-C182-4E7F-9086-786FCB67D521}" dt="2024-04-30T05:13:56.255" v="1137" actId="14100"/>
          <ac:cxnSpMkLst>
            <pc:docMk/>
            <pc:sldMk cId="1313166050" sldId="334"/>
            <ac:cxnSpMk id="18" creationId="{65C6F597-78F9-F4B8-B90C-8073683749B4}"/>
          </ac:cxnSpMkLst>
        </pc:cxnChg>
      </pc:sldChg>
      <pc:sldChg chg="modSp new mod">
        <pc:chgData name="Viet-Hung Nguyen" userId="88ab1737-f544-455f-9872-7aa9eb73f0ba" providerId="ADAL" clId="{307F2DD5-C182-4E7F-9086-786FCB67D521}" dt="2024-04-30T05:18:11.380" v="1550" actId="20577"/>
        <pc:sldMkLst>
          <pc:docMk/>
          <pc:sldMk cId="2745838803" sldId="335"/>
        </pc:sldMkLst>
        <pc:spChg chg="mod">
          <ac:chgData name="Viet-Hung Nguyen" userId="88ab1737-f544-455f-9872-7aa9eb73f0ba" providerId="ADAL" clId="{307F2DD5-C182-4E7F-9086-786FCB67D521}" dt="2024-04-30T05:17:50.501" v="1477" actId="20577"/>
          <ac:spMkLst>
            <pc:docMk/>
            <pc:sldMk cId="2745838803" sldId="335"/>
            <ac:spMk id="2" creationId="{AAA553E8-A703-176A-231F-D47F75E64049}"/>
          </ac:spMkLst>
        </pc:spChg>
        <pc:spChg chg="mod">
          <ac:chgData name="Viet-Hung Nguyen" userId="88ab1737-f544-455f-9872-7aa9eb73f0ba" providerId="ADAL" clId="{307F2DD5-C182-4E7F-9086-786FCB67D521}" dt="2024-04-30T05:18:11.380" v="1550" actId="20577"/>
          <ac:spMkLst>
            <pc:docMk/>
            <pc:sldMk cId="2745838803" sldId="335"/>
            <ac:spMk id="3" creationId="{5DF8F40F-E4A0-3F32-2682-F44221C05210}"/>
          </ac:spMkLst>
        </pc:spChg>
      </pc:sldChg>
      <pc:sldChg chg="addSp modSp new mod modAnim modNotesTx">
        <pc:chgData name="Viet-Hung Nguyen" userId="88ab1737-f544-455f-9872-7aa9eb73f0ba" providerId="ADAL" clId="{307F2DD5-C182-4E7F-9086-786FCB67D521}" dt="2024-04-30T07:19:44.485" v="2925"/>
        <pc:sldMkLst>
          <pc:docMk/>
          <pc:sldMk cId="985893637" sldId="336"/>
        </pc:sldMkLst>
        <pc:spChg chg="mod">
          <ac:chgData name="Viet-Hung Nguyen" userId="88ab1737-f544-455f-9872-7aa9eb73f0ba" providerId="ADAL" clId="{307F2DD5-C182-4E7F-9086-786FCB67D521}" dt="2024-04-30T07:19:19.586" v="2904" actId="1035"/>
          <ac:spMkLst>
            <pc:docMk/>
            <pc:sldMk cId="985893637" sldId="336"/>
            <ac:spMk id="2" creationId="{C870CDA3-EFAF-C0B7-1176-AC9044B378C3}"/>
          </ac:spMkLst>
        </pc:spChg>
        <pc:spChg chg="mod">
          <ac:chgData name="Viet-Hung Nguyen" userId="88ab1737-f544-455f-9872-7aa9eb73f0ba" providerId="ADAL" clId="{307F2DD5-C182-4E7F-9086-786FCB67D521}" dt="2024-04-30T07:19:24.124" v="2923" actId="1036"/>
          <ac:spMkLst>
            <pc:docMk/>
            <pc:sldMk cId="985893637" sldId="336"/>
            <ac:spMk id="3" creationId="{0F27AC5C-B1C0-BB73-294B-E2A388F08B9F}"/>
          </ac:spMkLst>
        </pc:spChg>
        <pc:spChg chg="add mod">
          <ac:chgData name="Viet-Hung Nguyen" userId="88ab1737-f544-455f-9872-7aa9eb73f0ba" providerId="ADAL" clId="{307F2DD5-C182-4E7F-9086-786FCB67D521}" dt="2024-04-30T07:19:27.973" v="2924" actId="1076"/>
          <ac:spMkLst>
            <pc:docMk/>
            <pc:sldMk cId="985893637" sldId="336"/>
            <ac:spMk id="5" creationId="{7EBC892B-05D4-BB87-6EC0-14E1FD4F179B}"/>
          </ac:spMkLst>
        </pc:spChg>
      </pc:sldChg>
      <pc:sldChg chg="addSp delSp modSp new mod modClrScheme modAnim chgLayout modNotesTx">
        <pc:chgData name="Viet-Hung Nguyen" userId="88ab1737-f544-455f-9872-7aa9eb73f0ba" providerId="ADAL" clId="{307F2DD5-C182-4E7F-9086-786FCB67D521}" dt="2024-04-30T07:20:06.238" v="2927"/>
        <pc:sldMkLst>
          <pc:docMk/>
          <pc:sldMk cId="2108181439" sldId="337"/>
        </pc:sldMkLst>
        <pc:spChg chg="del mod ord">
          <ac:chgData name="Viet-Hung Nguyen" userId="88ab1737-f544-455f-9872-7aa9eb73f0ba" providerId="ADAL" clId="{307F2DD5-C182-4E7F-9086-786FCB67D521}" dt="2024-04-30T05:23:30.846" v="1944" actId="700"/>
          <ac:spMkLst>
            <pc:docMk/>
            <pc:sldMk cId="2108181439" sldId="337"/>
            <ac:spMk id="2" creationId="{319E2DE0-65BB-A604-7ACA-534943376DE4}"/>
          </ac:spMkLst>
        </pc:spChg>
        <pc:spChg chg="del mod ord">
          <ac:chgData name="Viet-Hung Nguyen" userId="88ab1737-f544-455f-9872-7aa9eb73f0ba" providerId="ADAL" clId="{307F2DD5-C182-4E7F-9086-786FCB67D521}" dt="2024-04-30T05:23:30.846" v="1944" actId="700"/>
          <ac:spMkLst>
            <pc:docMk/>
            <pc:sldMk cId="2108181439" sldId="337"/>
            <ac:spMk id="3" creationId="{3B05AAF8-FD1E-524B-29E8-E286CE708FE6}"/>
          </ac:spMkLst>
        </pc:spChg>
        <pc:spChg chg="mod ord">
          <ac:chgData name="Viet-Hung Nguyen" userId="88ab1737-f544-455f-9872-7aa9eb73f0ba" providerId="ADAL" clId="{307F2DD5-C182-4E7F-9086-786FCB67D521}" dt="2024-04-30T05:23:30.846" v="1944" actId="700"/>
          <ac:spMkLst>
            <pc:docMk/>
            <pc:sldMk cId="2108181439" sldId="337"/>
            <ac:spMk id="4" creationId="{ED9536AA-5CED-64FA-E03E-036CAD415EF0}"/>
          </ac:spMkLst>
        </pc:spChg>
        <pc:spChg chg="add del mod ord">
          <ac:chgData name="Viet-Hung Nguyen" userId="88ab1737-f544-455f-9872-7aa9eb73f0ba" providerId="ADAL" clId="{307F2DD5-C182-4E7F-9086-786FCB67D521}" dt="2024-04-30T05:28:20.540" v="1978" actId="478"/>
          <ac:spMkLst>
            <pc:docMk/>
            <pc:sldMk cId="2108181439" sldId="337"/>
            <ac:spMk id="5" creationId="{6DE903E0-3D18-5A44-C0DC-287E327C7E17}"/>
          </ac:spMkLst>
        </pc:spChg>
        <pc:spChg chg="add mod ord">
          <ac:chgData name="Viet-Hung Nguyen" userId="88ab1737-f544-455f-9872-7aa9eb73f0ba" providerId="ADAL" clId="{307F2DD5-C182-4E7F-9086-786FCB67D521}" dt="2024-04-30T05:34:21.040" v="2249" actId="1076"/>
          <ac:spMkLst>
            <pc:docMk/>
            <pc:sldMk cId="2108181439" sldId="337"/>
            <ac:spMk id="6" creationId="{9C5CD9DA-D37D-1C0A-7FB6-F0991CFAD869}"/>
          </ac:spMkLst>
        </pc:spChg>
        <pc:spChg chg="add del mod ord">
          <ac:chgData name="Viet-Hung Nguyen" userId="88ab1737-f544-455f-9872-7aa9eb73f0ba" providerId="ADAL" clId="{307F2DD5-C182-4E7F-9086-786FCB67D521}" dt="2024-04-30T05:33:57.439" v="2246" actId="478"/>
          <ac:spMkLst>
            <pc:docMk/>
            <pc:sldMk cId="2108181439" sldId="337"/>
            <ac:spMk id="7" creationId="{7593BF09-FF42-CC04-7172-84B7023BB906}"/>
          </ac:spMkLst>
        </pc:spChg>
        <pc:spChg chg="add del mod">
          <ac:chgData name="Viet-Hung Nguyen" userId="88ab1737-f544-455f-9872-7aa9eb73f0ba" providerId="ADAL" clId="{307F2DD5-C182-4E7F-9086-786FCB67D521}" dt="2024-04-30T05:31:39.023" v="2222" actId="478"/>
          <ac:spMkLst>
            <pc:docMk/>
            <pc:sldMk cId="2108181439" sldId="337"/>
            <ac:spMk id="13" creationId="{F17AA29D-150C-A9E6-9FD1-6B18BAB8BB96}"/>
          </ac:spMkLst>
        </pc:spChg>
        <pc:spChg chg="add mod">
          <ac:chgData name="Viet-Hung Nguyen" userId="88ab1737-f544-455f-9872-7aa9eb73f0ba" providerId="ADAL" clId="{307F2DD5-C182-4E7F-9086-786FCB67D521}" dt="2024-04-30T05:34:23.749" v="2250" actId="1076"/>
          <ac:spMkLst>
            <pc:docMk/>
            <pc:sldMk cId="2108181439" sldId="337"/>
            <ac:spMk id="14" creationId="{6EF017B0-60D9-9523-AF3D-B0FEB6792ACE}"/>
          </ac:spMkLst>
        </pc:spChg>
        <pc:spChg chg="add mod">
          <ac:chgData name="Viet-Hung Nguyen" userId="88ab1737-f544-455f-9872-7aa9eb73f0ba" providerId="ADAL" clId="{307F2DD5-C182-4E7F-9086-786FCB67D521}" dt="2024-04-30T07:18:55.250" v="2882"/>
          <ac:spMkLst>
            <pc:docMk/>
            <pc:sldMk cId="2108181439" sldId="337"/>
            <ac:spMk id="15" creationId="{3BD4FFBB-A036-2DC2-0369-516518EB0B74}"/>
          </ac:spMkLst>
        </pc:spChg>
        <pc:spChg chg="add mod">
          <ac:chgData name="Viet-Hung Nguyen" userId="88ab1737-f544-455f-9872-7aa9eb73f0ba" providerId="ADAL" clId="{307F2DD5-C182-4E7F-9086-786FCB67D521}" dt="2024-04-30T07:18:55.250" v="2882"/>
          <ac:spMkLst>
            <pc:docMk/>
            <pc:sldMk cId="2108181439" sldId="337"/>
            <ac:spMk id="16" creationId="{6A668C43-5143-4864-F7BE-C46DE42586E7}"/>
          </ac:spMkLst>
        </pc:spChg>
        <pc:spChg chg="add mod">
          <ac:chgData name="Viet-Hung Nguyen" userId="88ab1737-f544-455f-9872-7aa9eb73f0ba" providerId="ADAL" clId="{307F2DD5-C182-4E7F-9086-786FCB67D521}" dt="2024-04-30T07:18:55.250" v="2882"/>
          <ac:spMkLst>
            <pc:docMk/>
            <pc:sldMk cId="2108181439" sldId="337"/>
            <ac:spMk id="17" creationId="{F0D702CB-B889-AE79-A35D-7DFDF09ACB33}"/>
          </ac:spMkLst>
        </pc:spChg>
        <pc:picChg chg="add del mod">
          <ac:chgData name="Viet-Hung Nguyen" userId="88ab1737-f544-455f-9872-7aa9eb73f0ba" providerId="ADAL" clId="{307F2DD5-C182-4E7F-9086-786FCB67D521}" dt="2024-04-30T05:27:04.633" v="1971" actId="478"/>
          <ac:picMkLst>
            <pc:docMk/>
            <pc:sldMk cId="2108181439" sldId="337"/>
            <ac:picMk id="9" creationId="{C1EE7FB4-B843-F83E-40DE-D2FA2C9EA672}"/>
          </ac:picMkLst>
        </pc:picChg>
        <pc:picChg chg="add del mod">
          <ac:chgData name="Viet-Hung Nguyen" userId="88ab1737-f544-455f-9872-7aa9eb73f0ba" providerId="ADAL" clId="{307F2DD5-C182-4E7F-9086-786FCB67D521}" dt="2024-04-30T05:27:04.633" v="1971" actId="478"/>
          <ac:picMkLst>
            <pc:docMk/>
            <pc:sldMk cId="2108181439" sldId="337"/>
            <ac:picMk id="11" creationId="{306F84ED-C8D2-83A8-4AAB-A5DF0F8B021D}"/>
          </ac:picMkLst>
        </pc:picChg>
        <pc:picChg chg="add del mod">
          <ac:chgData name="Viet-Hung Nguyen" userId="88ab1737-f544-455f-9872-7aa9eb73f0ba" providerId="ADAL" clId="{307F2DD5-C182-4E7F-9086-786FCB67D521}" dt="2024-04-30T05:25:06.491" v="1959" actId="478"/>
          <ac:picMkLst>
            <pc:docMk/>
            <pc:sldMk cId="2108181439" sldId="337"/>
            <ac:picMk id="1026" creationId="{06642A4B-1C4A-85ED-C8D3-CB239AE208D3}"/>
          </ac:picMkLst>
        </pc:picChg>
        <pc:cxnChg chg="add mod">
          <ac:chgData name="Viet-Hung Nguyen" userId="88ab1737-f544-455f-9872-7aa9eb73f0ba" providerId="ADAL" clId="{307F2DD5-C182-4E7F-9086-786FCB67D521}" dt="2024-04-30T07:18:55.250" v="2882"/>
          <ac:cxnSpMkLst>
            <pc:docMk/>
            <pc:sldMk cId="2108181439" sldId="337"/>
            <ac:cxnSpMk id="18" creationId="{9421C582-586D-C626-D93B-E9833DAC950E}"/>
          </ac:cxnSpMkLst>
        </pc:cxnChg>
        <pc:cxnChg chg="add mod">
          <ac:chgData name="Viet-Hung Nguyen" userId="88ab1737-f544-455f-9872-7aa9eb73f0ba" providerId="ADAL" clId="{307F2DD5-C182-4E7F-9086-786FCB67D521}" dt="2024-04-30T07:18:55.250" v="2882"/>
          <ac:cxnSpMkLst>
            <pc:docMk/>
            <pc:sldMk cId="2108181439" sldId="337"/>
            <ac:cxnSpMk id="19" creationId="{B8E9C99E-CDEF-76D6-135C-384A733005C7}"/>
          </ac:cxnSpMkLst>
        </pc:cxnChg>
      </pc:sldChg>
      <pc:sldChg chg="addSp delSp modSp new mod modClrScheme modAnim chgLayout">
        <pc:chgData name="Viet-Hung Nguyen" userId="88ab1737-f544-455f-9872-7aa9eb73f0ba" providerId="ADAL" clId="{307F2DD5-C182-4E7F-9086-786FCB67D521}" dt="2024-04-30T07:20:19.007" v="2928"/>
        <pc:sldMkLst>
          <pc:docMk/>
          <pc:sldMk cId="3827808073" sldId="338"/>
        </pc:sldMkLst>
        <pc:spChg chg="del mod ord">
          <ac:chgData name="Viet-Hung Nguyen" userId="88ab1737-f544-455f-9872-7aa9eb73f0ba" providerId="ADAL" clId="{307F2DD5-C182-4E7F-9086-786FCB67D521}" dt="2024-04-30T05:36:37.526" v="2252" actId="700"/>
          <ac:spMkLst>
            <pc:docMk/>
            <pc:sldMk cId="3827808073" sldId="338"/>
            <ac:spMk id="2" creationId="{8C781136-E1E5-217C-3CF9-07C0C3FA531E}"/>
          </ac:spMkLst>
        </pc:spChg>
        <pc:spChg chg="del mod ord">
          <ac:chgData name="Viet-Hung Nguyen" userId="88ab1737-f544-455f-9872-7aa9eb73f0ba" providerId="ADAL" clId="{307F2DD5-C182-4E7F-9086-786FCB67D521}" dt="2024-04-30T05:36:37.526" v="2252" actId="700"/>
          <ac:spMkLst>
            <pc:docMk/>
            <pc:sldMk cId="3827808073" sldId="338"/>
            <ac:spMk id="3" creationId="{BD63888C-519D-BC9E-7C3B-E8DE39D10062}"/>
          </ac:spMkLst>
        </pc:spChg>
        <pc:spChg chg="del mod ord">
          <ac:chgData name="Viet-Hung Nguyen" userId="88ab1737-f544-455f-9872-7aa9eb73f0ba" providerId="ADAL" clId="{307F2DD5-C182-4E7F-9086-786FCB67D521}" dt="2024-04-30T05:36:37.526" v="2252" actId="700"/>
          <ac:spMkLst>
            <pc:docMk/>
            <pc:sldMk cId="3827808073" sldId="338"/>
            <ac:spMk id="4" creationId="{E0D0760D-13AF-4021-94A2-793BCC4A4913}"/>
          </ac:spMkLst>
        </pc:spChg>
        <pc:spChg chg="mod ord">
          <ac:chgData name="Viet-Hung Nguyen" userId="88ab1737-f544-455f-9872-7aa9eb73f0ba" providerId="ADAL" clId="{307F2DD5-C182-4E7F-9086-786FCB67D521}" dt="2024-04-30T05:36:39.688" v="2253" actId="700"/>
          <ac:spMkLst>
            <pc:docMk/>
            <pc:sldMk cId="3827808073" sldId="338"/>
            <ac:spMk id="5" creationId="{BB98A16F-F914-0283-0FFA-2F863D500201}"/>
          </ac:spMkLst>
        </pc:spChg>
        <pc:spChg chg="add del mod ord">
          <ac:chgData name="Viet-Hung Nguyen" userId="88ab1737-f544-455f-9872-7aa9eb73f0ba" providerId="ADAL" clId="{307F2DD5-C182-4E7F-9086-786FCB67D521}" dt="2024-04-30T05:36:39.688" v="2253" actId="700"/>
          <ac:spMkLst>
            <pc:docMk/>
            <pc:sldMk cId="3827808073" sldId="338"/>
            <ac:spMk id="6" creationId="{A397F794-C854-9B1C-FB0C-A34A41ED8A3C}"/>
          </ac:spMkLst>
        </pc:spChg>
        <pc:spChg chg="add del mod ord">
          <ac:chgData name="Viet-Hung Nguyen" userId="88ab1737-f544-455f-9872-7aa9eb73f0ba" providerId="ADAL" clId="{307F2DD5-C182-4E7F-9086-786FCB67D521}" dt="2024-04-30T05:36:39.688" v="2253" actId="700"/>
          <ac:spMkLst>
            <pc:docMk/>
            <pc:sldMk cId="3827808073" sldId="338"/>
            <ac:spMk id="7" creationId="{27A8DDE2-8D9A-50D4-4804-AB4D34016878}"/>
          </ac:spMkLst>
        </pc:spChg>
        <pc:spChg chg="add del mod ord">
          <ac:chgData name="Viet-Hung Nguyen" userId="88ab1737-f544-455f-9872-7aa9eb73f0ba" providerId="ADAL" clId="{307F2DD5-C182-4E7F-9086-786FCB67D521}" dt="2024-04-30T05:36:39.688" v="2253" actId="700"/>
          <ac:spMkLst>
            <pc:docMk/>
            <pc:sldMk cId="3827808073" sldId="338"/>
            <ac:spMk id="8" creationId="{86E773C3-9B1C-C3FA-662F-2234F49FF72C}"/>
          </ac:spMkLst>
        </pc:spChg>
        <pc:spChg chg="add mod ord">
          <ac:chgData name="Viet-Hung Nguyen" userId="88ab1737-f544-455f-9872-7aa9eb73f0ba" providerId="ADAL" clId="{307F2DD5-C182-4E7F-9086-786FCB67D521}" dt="2024-04-30T05:36:42.686" v="2265" actId="20577"/>
          <ac:spMkLst>
            <pc:docMk/>
            <pc:sldMk cId="3827808073" sldId="338"/>
            <ac:spMk id="9" creationId="{EC583BC9-B6B7-F9BC-810B-11C746A9610D}"/>
          </ac:spMkLst>
        </pc:spChg>
        <pc:spChg chg="add mod ord">
          <ac:chgData name="Viet-Hung Nguyen" userId="88ab1737-f544-455f-9872-7aa9eb73f0ba" providerId="ADAL" clId="{307F2DD5-C182-4E7F-9086-786FCB67D521}" dt="2024-04-30T07:18:43.979" v="2881" actId="1076"/>
          <ac:spMkLst>
            <pc:docMk/>
            <pc:sldMk cId="3827808073" sldId="338"/>
            <ac:spMk id="10" creationId="{45F76268-CBAB-0EF3-7160-D38A57A3F163}"/>
          </ac:spMkLst>
        </pc:spChg>
        <pc:spChg chg="add mod">
          <ac:chgData name="Viet-Hung Nguyen" userId="88ab1737-f544-455f-9872-7aa9eb73f0ba" providerId="ADAL" clId="{307F2DD5-C182-4E7F-9086-786FCB67D521}" dt="2024-04-30T07:17:40.135" v="2863" actId="1076"/>
          <ac:spMkLst>
            <pc:docMk/>
            <pc:sldMk cId="3827808073" sldId="338"/>
            <ac:spMk id="11" creationId="{117D1F0F-09F0-435F-F75A-8A0A8D36424C}"/>
          </ac:spMkLst>
        </pc:spChg>
        <pc:spChg chg="add mod">
          <ac:chgData name="Viet-Hung Nguyen" userId="88ab1737-f544-455f-9872-7aa9eb73f0ba" providerId="ADAL" clId="{307F2DD5-C182-4E7F-9086-786FCB67D521}" dt="2024-04-30T07:17:25.861" v="2859" actId="14100"/>
          <ac:spMkLst>
            <pc:docMk/>
            <pc:sldMk cId="3827808073" sldId="338"/>
            <ac:spMk id="12" creationId="{B8463A46-C564-9553-C760-46315A29B876}"/>
          </ac:spMkLst>
        </pc:spChg>
        <pc:spChg chg="add mod">
          <ac:chgData name="Viet-Hung Nguyen" userId="88ab1737-f544-455f-9872-7aa9eb73f0ba" providerId="ADAL" clId="{307F2DD5-C182-4E7F-9086-786FCB67D521}" dt="2024-04-30T07:18:21.737" v="2875" actId="1076"/>
          <ac:spMkLst>
            <pc:docMk/>
            <pc:sldMk cId="3827808073" sldId="338"/>
            <ac:spMk id="13" creationId="{1DC47B55-7F0F-2A26-6E77-C9335374B65C}"/>
          </ac:spMkLst>
        </pc:spChg>
        <pc:spChg chg="add mod">
          <ac:chgData name="Viet-Hung Nguyen" userId="88ab1737-f544-455f-9872-7aa9eb73f0ba" providerId="ADAL" clId="{307F2DD5-C182-4E7F-9086-786FCB67D521}" dt="2024-04-30T07:16:39.060" v="2845" actId="1076"/>
          <ac:spMkLst>
            <pc:docMk/>
            <pc:sldMk cId="3827808073" sldId="338"/>
            <ac:spMk id="14" creationId="{E8A1CD11-8023-EF85-3084-D2A46842EE65}"/>
          </ac:spMkLst>
        </pc:spChg>
        <pc:cxnChg chg="add mod">
          <ac:chgData name="Viet-Hung Nguyen" userId="88ab1737-f544-455f-9872-7aa9eb73f0ba" providerId="ADAL" clId="{307F2DD5-C182-4E7F-9086-786FCB67D521}" dt="2024-04-30T07:18:03.006" v="2870" actId="692"/>
          <ac:cxnSpMkLst>
            <pc:docMk/>
            <pc:sldMk cId="3827808073" sldId="338"/>
            <ac:cxnSpMk id="16" creationId="{75644A1D-CC68-29F7-44E1-D489FE6D017B}"/>
          </ac:cxnSpMkLst>
        </pc:cxnChg>
        <pc:cxnChg chg="add mod">
          <ac:chgData name="Viet-Hung Nguyen" userId="88ab1737-f544-455f-9872-7aa9eb73f0ba" providerId="ADAL" clId="{307F2DD5-C182-4E7F-9086-786FCB67D521}" dt="2024-04-30T07:18:21.737" v="2875" actId="1076"/>
          <ac:cxnSpMkLst>
            <pc:docMk/>
            <pc:sldMk cId="3827808073" sldId="338"/>
            <ac:cxnSpMk id="26" creationId="{EB6D3284-A5F1-7A69-81E7-3A82625A6670}"/>
          </ac:cxnSpMkLst>
        </pc:cxnChg>
        <pc:cxnChg chg="add mod">
          <ac:chgData name="Viet-Hung Nguyen" userId="88ab1737-f544-455f-9872-7aa9eb73f0ba" providerId="ADAL" clId="{307F2DD5-C182-4E7F-9086-786FCB67D521}" dt="2024-04-30T07:18:32.418" v="2879" actId="14100"/>
          <ac:cxnSpMkLst>
            <pc:docMk/>
            <pc:sldMk cId="3827808073" sldId="338"/>
            <ac:cxnSpMk id="30" creationId="{F844E8DC-9E9C-FDCD-E4EC-CDD5E346E1CE}"/>
          </ac:cxnSpMkLst>
        </pc:cxnChg>
      </pc:sldChg>
      <pc:sldChg chg="addSp delSp modSp new mod modClrScheme modAnim chgLayout">
        <pc:chgData name="Viet-Hung Nguyen" userId="88ab1737-f544-455f-9872-7aa9eb73f0ba" providerId="ADAL" clId="{307F2DD5-C182-4E7F-9086-786FCB67D521}" dt="2024-04-30T07:20:23.859" v="2929"/>
        <pc:sldMkLst>
          <pc:docMk/>
          <pc:sldMk cId="641737480" sldId="339"/>
        </pc:sldMkLst>
        <pc:spChg chg="del mod ord">
          <ac:chgData name="Viet-Hung Nguyen" userId="88ab1737-f544-455f-9872-7aa9eb73f0ba" providerId="ADAL" clId="{307F2DD5-C182-4E7F-9086-786FCB67D521}" dt="2024-04-30T05:39:00.297" v="2360" actId="700"/>
          <ac:spMkLst>
            <pc:docMk/>
            <pc:sldMk cId="641737480" sldId="339"/>
            <ac:spMk id="2" creationId="{AFA43FB0-7871-96E0-30ED-7CF3D38087A4}"/>
          </ac:spMkLst>
        </pc:spChg>
        <pc:spChg chg="del mod ord">
          <ac:chgData name="Viet-Hung Nguyen" userId="88ab1737-f544-455f-9872-7aa9eb73f0ba" providerId="ADAL" clId="{307F2DD5-C182-4E7F-9086-786FCB67D521}" dt="2024-04-30T05:39:00.297" v="2360" actId="700"/>
          <ac:spMkLst>
            <pc:docMk/>
            <pc:sldMk cId="641737480" sldId="339"/>
            <ac:spMk id="3" creationId="{BDDA4345-660E-42FD-3201-C571B892BEC1}"/>
          </ac:spMkLst>
        </pc:spChg>
        <pc:spChg chg="mod ord">
          <ac:chgData name="Viet-Hung Nguyen" userId="88ab1737-f544-455f-9872-7aa9eb73f0ba" providerId="ADAL" clId="{307F2DD5-C182-4E7F-9086-786FCB67D521}" dt="2024-04-30T05:39:00.297" v="2360" actId="700"/>
          <ac:spMkLst>
            <pc:docMk/>
            <pc:sldMk cId="641737480" sldId="339"/>
            <ac:spMk id="4" creationId="{BC98092D-4D5B-A427-77B3-968FEDDDF1C3}"/>
          </ac:spMkLst>
        </pc:spChg>
        <pc:spChg chg="add mod ord">
          <ac:chgData name="Viet-Hung Nguyen" userId="88ab1737-f544-455f-9872-7aa9eb73f0ba" providerId="ADAL" clId="{307F2DD5-C182-4E7F-9086-786FCB67D521}" dt="2024-04-30T05:39:03.839" v="2378" actId="20577"/>
          <ac:spMkLst>
            <pc:docMk/>
            <pc:sldMk cId="641737480" sldId="339"/>
            <ac:spMk id="5" creationId="{1E8C7664-376D-5592-F798-506449B15E35}"/>
          </ac:spMkLst>
        </pc:spChg>
        <pc:spChg chg="add del mod ord">
          <ac:chgData name="Viet-Hung Nguyen" userId="88ab1737-f544-455f-9872-7aa9eb73f0ba" providerId="ADAL" clId="{307F2DD5-C182-4E7F-9086-786FCB67D521}" dt="2024-04-30T05:39:07.116" v="2379" actId="478"/>
          <ac:spMkLst>
            <pc:docMk/>
            <pc:sldMk cId="641737480" sldId="339"/>
            <ac:spMk id="6" creationId="{EA7905D0-9A30-000A-8671-FFAEFA67611E}"/>
          </ac:spMkLst>
        </pc:spChg>
        <pc:spChg chg="add mod ord">
          <ac:chgData name="Viet-Hung Nguyen" userId="88ab1737-f544-455f-9872-7aa9eb73f0ba" providerId="ADAL" clId="{307F2DD5-C182-4E7F-9086-786FCB67D521}" dt="2024-04-30T05:49:41.770" v="2668" actId="20577"/>
          <ac:spMkLst>
            <pc:docMk/>
            <pc:sldMk cId="641737480" sldId="339"/>
            <ac:spMk id="7" creationId="{90359A42-ED0F-DF98-4113-1E39F5A478D9}"/>
          </ac:spMkLst>
        </pc:spChg>
      </pc:sldChg>
      <pc:sldChg chg="addSp delSp modSp new mod modClrScheme chgLayout">
        <pc:chgData name="Viet-Hung Nguyen" userId="88ab1737-f544-455f-9872-7aa9eb73f0ba" providerId="ADAL" clId="{307F2DD5-C182-4E7F-9086-786FCB67D521}" dt="2024-04-30T06:29:04.354" v="2769" actId="1076"/>
        <pc:sldMkLst>
          <pc:docMk/>
          <pc:sldMk cId="4254829095" sldId="340"/>
        </pc:sldMkLst>
        <pc:spChg chg="mod">
          <ac:chgData name="Viet-Hung Nguyen" userId="88ab1737-f544-455f-9872-7aa9eb73f0ba" providerId="ADAL" clId="{307F2DD5-C182-4E7F-9086-786FCB67D521}" dt="2024-04-30T06:27:48.694" v="2739" actId="1036"/>
          <ac:spMkLst>
            <pc:docMk/>
            <pc:sldMk cId="4254829095" sldId="340"/>
            <ac:spMk id="2" creationId="{B81BC458-4FD6-16B5-9B63-0586EF6C40B6}"/>
          </ac:spMkLst>
        </pc:spChg>
        <pc:spChg chg="del">
          <ac:chgData name="Viet-Hung Nguyen" userId="88ab1737-f544-455f-9872-7aa9eb73f0ba" providerId="ADAL" clId="{307F2DD5-C182-4E7F-9086-786FCB67D521}" dt="2024-04-30T05:57:53.972" v="2684"/>
          <ac:spMkLst>
            <pc:docMk/>
            <pc:sldMk cId="4254829095" sldId="340"/>
            <ac:spMk id="3" creationId="{D9F1A8D6-7D50-76D1-F5D9-3EF21DF533E3}"/>
          </ac:spMkLst>
        </pc:spChg>
        <pc:spChg chg="add del">
          <ac:chgData name="Viet-Hung Nguyen" userId="88ab1737-f544-455f-9872-7aa9eb73f0ba" providerId="ADAL" clId="{307F2DD5-C182-4E7F-9086-786FCB67D521}" dt="2024-04-30T06:23:49.597" v="2692"/>
          <ac:spMkLst>
            <pc:docMk/>
            <pc:sldMk cId="4254829095" sldId="340"/>
            <ac:spMk id="4" creationId="{4CC3A0D1-5BB1-C51E-E8B1-55297C39D2EE}"/>
          </ac:spMkLst>
        </pc:spChg>
        <pc:spChg chg="mod">
          <ac:chgData name="Viet-Hung Nguyen" userId="88ab1737-f544-455f-9872-7aa9eb73f0ba" providerId="ADAL" clId="{307F2DD5-C182-4E7F-9086-786FCB67D521}" dt="2024-04-30T05:58:08.547" v="2690" actId="26606"/>
          <ac:spMkLst>
            <pc:docMk/>
            <pc:sldMk cId="4254829095" sldId="340"/>
            <ac:spMk id="5" creationId="{B8F49438-23A3-32CA-62AB-D26A477D8533}"/>
          </ac:spMkLst>
        </pc:spChg>
        <pc:graphicFrameChg chg="add mod">
          <ac:chgData name="Viet-Hung Nguyen" userId="88ab1737-f544-455f-9872-7aa9eb73f0ba" providerId="ADAL" clId="{307F2DD5-C182-4E7F-9086-786FCB67D521}" dt="2024-04-30T06:28:45.827" v="2754" actId="14100"/>
          <ac:graphicFrameMkLst>
            <pc:docMk/>
            <pc:sldMk cId="4254829095" sldId="340"/>
            <ac:graphicFrameMk id="6" creationId="{C224A708-41D6-BC91-1D42-2C5343CA0B1E}"/>
          </ac:graphicFrameMkLst>
        </pc:graphicFrameChg>
        <pc:graphicFrameChg chg="add mod">
          <ac:chgData name="Viet-Hung Nguyen" userId="88ab1737-f544-455f-9872-7aa9eb73f0ba" providerId="ADAL" clId="{307F2DD5-C182-4E7F-9086-786FCB67D521}" dt="2024-04-30T06:29:04.354" v="2769" actId="1076"/>
          <ac:graphicFrameMkLst>
            <pc:docMk/>
            <pc:sldMk cId="4254829095" sldId="340"/>
            <ac:graphicFrameMk id="7" creationId="{A2693800-1DBF-713A-F120-4B2348D3DD40}"/>
          </ac:graphicFrameMkLst>
        </pc:graphicFrameChg>
      </pc:sldChg>
      <pc:sldChg chg="modSp new mod">
        <pc:chgData name="Viet-Hung Nguyen" userId="88ab1737-f544-455f-9872-7aa9eb73f0ba" providerId="ADAL" clId="{307F2DD5-C182-4E7F-9086-786FCB67D521}" dt="2024-04-30T07:14:20.700" v="2793" actId="20577"/>
        <pc:sldMkLst>
          <pc:docMk/>
          <pc:sldMk cId="633113159" sldId="341"/>
        </pc:sldMkLst>
        <pc:spChg chg="mod">
          <ac:chgData name="Viet-Hung Nguyen" userId="88ab1737-f544-455f-9872-7aa9eb73f0ba" providerId="ADAL" clId="{307F2DD5-C182-4E7F-9086-786FCB67D521}" dt="2024-04-30T07:14:20.700" v="2793" actId="20577"/>
          <ac:spMkLst>
            <pc:docMk/>
            <pc:sldMk cId="633113159" sldId="341"/>
            <ac:spMk id="2" creationId="{F77C55AB-2CA4-02EA-F338-32B77088C8C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sfca-my.sharepoint.com/personal/vnguyen36_dons_usfca_edu/Documents/Junior/2/Honors/Submissions/slideshow_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Effect Of</a:t>
            </a:r>
            <a:r>
              <a:rPr lang="en-US" sz="1600" baseline="0"/>
              <a:t> Birth Order On Mental Well-Being</a:t>
            </a:r>
            <a:endParaRPr lang="en-US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6680664916885378E-2"/>
          <c:y val="0.16708333333333336"/>
          <c:w val="0.82898088385853841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Tabelle1!$B$5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Tabelle1!$C$4:$D$4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Tabelle1!$C$5:$D$5</c:f>
              <c:numCache>
                <c:formatCode>General</c:formatCode>
                <c:ptCount val="2"/>
                <c:pt idx="0">
                  <c:v>0.3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87-4736-855B-E2F23341928E}"/>
            </c:ext>
          </c:extLst>
        </c:ser>
        <c:ser>
          <c:idx val="1"/>
          <c:order val="1"/>
          <c:tx>
            <c:strRef>
              <c:f>Tabelle1!$B$6</c:f>
              <c:strCache>
                <c:ptCount val="1"/>
                <c:pt idx="0">
                  <c:v>Immigrant Background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Tabelle1!$C$4:$D$4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Tabelle1!$C$6:$D$6</c:f>
              <c:numCache>
                <c:formatCode>General</c:formatCode>
                <c:ptCount val="2"/>
                <c:pt idx="0">
                  <c:v>0.2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87-4736-855B-E2F2334192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36841759"/>
        <c:axId val="1136842239"/>
      </c:barChart>
      <c:catAx>
        <c:axId val="1136841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842239"/>
        <c:crosses val="autoZero"/>
        <c:auto val="1"/>
        <c:lblAlgn val="ctr"/>
        <c:lblOffset val="100"/>
        <c:noMultiLvlLbl val="0"/>
      </c:catAx>
      <c:valAx>
        <c:axId val="113684223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Mental Well-Being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113684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9.1152638014983689E-2"/>
          <c:y val="0.16276562375275869"/>
          <c:w val="0.31670108739731084"/>
          <c:h val="0.17285845504534758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Birth Order</a:t>
            </a:r>
            <a:r>
              <a:rPr lang="en-US" sz="1600" baseline="0"/>
              <a:t> X Immigration Background X Gender</a:t>
            </a:r>
            <a:endParaRPr lang="en-US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3805232724718913E-2"/>
          <c:y val="0.1551907161961768"/>
          <c:w val="0.81282665026383338"/>
          <c:h val="0.77746370562912681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Tabelle1!$B$16</c:f>
              <c:strCache>
                <c:ptCount val="1"/>
                <c:pt idx="0">
                  <c:v>Non-Immigrant Male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Tabelle1!$C$15:$D$15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Tabelle1!$C$16:$D$16</c:f>
              <c:numCache>
                <c:formatCode>General</c:formatCode>
                <c:ptCount val="2"/>
                <c:pt idx="0">
                  <c:v>0.4</c:v>
                </c:pt>
                <c:pt idx="1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81-4823-B85B-AD7E6A44D7FC}"/>
            </c:ext>
          </c:extLst>
        </c:ser>
        <c:ser>
          <c:idx val="1"/>
          <c:order val="1"/>
          <c:tx>
            <c:strRef>
              <c:f>Tabelle1!$B$17</c:f>
              <c:strCache>
                <c:ptCount val="1"/>
                <c:pt idx="0">
                  <c:v>Non-Immigrant Female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Tabelle1!$C$15:$D$15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Tabelle1!$C$17:$D$17</c:f>
              <c:numCache>
                <c:formatCode>General</c:formatCode>
                <c:ptCount val="2"/>
                <c:pt idx="0">
                  <c:v>0.5</c:v>
                </c:pt>
                <c:pt idx="1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81-4823-B85B-AD7E6A44D7FC}"/>
            </c:ext>
          </c:extLst>
        </c:ser>
        <c:ser>
          <c:idx val="2"/>
          <c:order val="2"/>
          <c:tx>
            <c:strRef>
              <c:f>Tabelle1!$B$18</c:f>
              <c:strCache>
                <c:ptCount val="1"/>
                <c:pt idx="0">
                  <c:v>Immigrant Male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Tabelle1!$C$15:$D$15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Tabelle1!$C$18:$D$18</c:f>
              <c:numCache>
                <c:formatCode>General</c:formatCode>
                <c:ptCount val="2"/>
                <c:pt idx="0">
                  <c:v>0.25</c:v>
                </c:pt>
                <c:pt idx="1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81-4823-B85B-AD7E6A44D7FC}"/>
            </c:ext>
          </c:extLst>
        </c:ser>
        <c:ser>
          <c:idx val="3"/>
          <c:order val="3"/>
          <c:tx>
            <c:strRef>
              <c:f>Tabelle1!$B$19</c:f>
              <c:strCache>
                <c:ptCount val="1"/>
                <c:pt idx="0">
                  <c:v>Immigrant Female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Tabelle1!$C$15:$D$15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Tabelle1!$C$19:$D$19</c:f>
              <c:numCache>
                <c:formatCode>General</c:formatCode>
                <c:ptCount val="2"/>
                <c:pt idx="0">
                  <c:v>0.2</c:v>
                </c:pt>
                <c:pt idx="1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281-4823-B85B-AD7E6A44D7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1532591"/>
        <c:axId val="1311527311"/>
      </c:lineChart>
      <c:catAx>
        <c:axId val="1311532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1527311"/>
        <c:crosses val="autoZero"/>
        <c:auto val="1"/>
        <c:lblAlgn val="ctr"/>
        <c:lblOffset val="100"/>
        <c:noMultiLvlLbl val="0"/>
      </c:catAx>
      <c:valAx>
        <c:axId val="131152731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Mental Well-Being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311532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792448566474977"/>
          <c:y val="0.68589070034391542"/>
          <c:w val="0.29503054685059316"/>
          <c:h val="0.19462349754852085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30-Apr-24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30-Apr-24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260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Birth order is your sibling rank in your family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pop culture, birth order is a popular topic because we associate certain personalities with eldest siblings or youngest siblings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There’s the popular idea that eldest siblings are mature, more responsible. Younger siblings are rebellious, free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Indeed: Frank </a:t>
            </a:r>
            <a:r>
              <a:rPr lang="en-US" dirty="0" err="1"/>
              <a:t>Sulloway</a:t>
            </a:r>
            <a:r>
              <a:rPr lang="en-US" dirty="0"/>
              <a:t> 1996: idea about family roles due to the competition for parental investment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born: receive more attention from their parents at the beginning, so they follow their parents’ expectations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Later borns: would struggle with finding their own roles that weren’t already taken up =&gt; identify less with their parents/older siblings and become rebels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=&gt; his theory was about birth order and the effects of personality, to be specific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There have been many studies conducted on this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Swedish study (Black et al 2018) : 36,000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First-born males: more emotionally stable, persistent, socially outgoing, took more </a:t>
            </a:r>
            <a:r>
              <a:rPr lang="en-US" dirty="0" err="1"/>
              <a:t>initative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First-born children: managers and leadership positions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Some other studies with similar effects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Healey &amp; Ellis 2006: first-borns had higher conscientiousness and 2</a:t>
            </a:r>
            <a:r>
              <a:rPr lang="en-US" baseline="30000" dirty="0"/>
              <a:t>nd</a:t>
            </a:r>
            <a:r>
              <a:rPr lang="en-US" dirty="0"/>
              <a:t>-borns are more open to new experiences and are more rebellious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Dixon et al 2008: later borns extraverted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 lot of studies were not able to find personality effects.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1983 Ernst &amp; Angst:  most personality effects were confounded with SES and family size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Most studies used between-family designs: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 a bunch of first-borns, last-borns, etc. compare them to each other since they probably come from diff families.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 number of studies have been conducted using within-family </a:t>
            </a:r>
            <a:r>
              <a:rPr lang="en-US" dirty="0" err="1"/>
              <a:t>desigsn</a:t>
            </a:r>
            <a:r>
              <a:rPr lang="en-US" dirty="0"/>
              <a:t>: compare the siblings to each other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Some found effect, some not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Yes (Healey &amp; Ellis, 2006;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 (Bleske-Rechek  &amp; Kelley 2013) Rohrer et al 2015) </a:t>
            </a:r>
            <a:r>
              <a:rPr lang="en-US" dirty="0" err="1"/>
              <a:t>Olneck</a:t>
            </a:r>
            <a:r>
              <a:rPr lang="en-US" dirty="0"/>
              <a:t> &amp; Bills 1979)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study used both designs =&gt; no effect. (20,000 people)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=&gt; current effect: mixed/inconsistent, no matter what design you use.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 personality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859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Birth order is your sibling rank in your family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pop culture, birth order is a popular topic because we associate certain personalities with eldest siblings or youngest siblings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There’s the popular idea that eldest siblings are mature, more responsible. Younger siblings are rebellious, free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Indeed: Frank </a:t>
            </a:r>
            <a:r>
              <a:rPr lang="en-US" dirty="0" err="1"/>
              <a:t>Sulloway</a:t>
            </a:r>
            <a:r>
              <a:rPr lang="en-US" dirty="0"/>
              <a:t> 1996: idea about family roles due to the competition for parental investment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born: receive more attention from their parents at the beginning, so they follow their parents’ expectations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Later borns: would struggle with finding their own roles that weren’t already taken up =&gt; identify less with their parents/older siblings and become rebels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=&gt; his theory was about birth order and the effects of personality, to be specific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There have been many studies conducted on this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Swedish study (Black et al 2018) : 36,000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First-born males: more emotionally stable, persistent, socially outgoing, took more </a:t>
            </a:r>
            <a:r>
              <a:rPr lang="en-US" dirty="0" err="1"/>
              <a:t>initative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First-born children: managers and leadership positions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Some other studies with similar effects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Healey &amp; Ellis 2006: first-borns had higher conscientiousness and 2</a:t>
            </a:r>
            <a:r>
              <a:rPr lang="en-US" baseline="30000" dirty="0"/>
              <a:t>nd</a:t>
            </a:r>
            <a:r>
              <a:rPr lang="en-US" dirty="0"/>
              <a:t>-borns are more open to new experiences and are more rebellious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Dixon et al 2008: later borns extraverted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47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 lot of studies were not able to find personality effects.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1983 Ernst &amp; Angst:  most personality effects were confounded with SES and family size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Most studies used between-family designs: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 a bunch of first-borns, last-borns, etc. compare them to each other since they probably come from diff families.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 number of studies have been conducted using within-family </a:t>
            </a:r>
            <a:r>
              <a:rPr lang="en-US" dirty="0" err="1"/>
              <a:t>desigsn</a:t>
            </a:r>
            <a:r>
              <a:rPr lang="en-US" dirty="0"/>
              <a:t>: compare the siblings to each other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Some found effect, some not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Yes (Healey &amp; Ellis, 2006;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 (Bleske-Rechek  &amp; Kelley 2013) Rohrer et al 2015) </a:t>
            </a:r>
            <a:r>
              <a:rPr lang="en-US" dirty="0" err="1"/>
              <a:t>Olneck</a:t>
            </a:r>
            <a:r>
              <a:rPr lang="en-US" dirty="0"/>
              <a:t> &amp; Bills 1979)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study used both designs =&gt; no effect. (20,000 people) (Bleske-Rechek 2013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=&gt; current effect: mixed/inconsistent, no matter what design you use.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 personality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67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Not as much research, but the results are more one-sided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Fullerton et al 1989: 2,800 mostly males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Male first-borns scored higher on a negative feelings subscale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Fukuya et al 2021: 3,000 Tokyo children age 9-10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Later-borns higher prosocial behavior, less conduct problems/less hyperactivity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Lawson &amp; Mace 2010: presence of older siblings predicts higher childhood mental health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966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Hypothesized mechanisms:</a:t>
            </a:r>
            <a:endParaRPr lang="en-US" b="0" dirty="0">
              <a:effectLst/>
            </a:endParaRPr>
          </a:p>
          <a:p>
            <a:pPr marL="171450" indent="-1714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Older siblings give you social benefits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Early sibling interactions early on =&gt; thought regulation, understanding emotions.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Conflicts during playtime =&gt; prosocial behaviors (problem-solving, cooperation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171450" indent="-1714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Using older siblings as a secure base of attachment complementary emotional caregiver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Flipside: =&gt; increased parental pressure, responsibility in older siblings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Alfred Adler’s dethronement theory: first-born jealousy after receiving less parental attention/interactions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05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Previous studies have not yet explored the different components of mental well-being and how they are affected by birth order.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important because: diff psych disorders experience different impacts on well-being (Goodman et al. 2019)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People with depression respond to negative events with less distress than healthy patients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Social anxiety disorder: experience chronically low levels of positive emotions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=&gt; designing effective interventions for people with different conditions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It could be helpful to explore mental well-being &amp; birth order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Perhaps diff aspects of mental well-being are affected differently by birth 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Both"/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Replicate and explore the negative effects of birth order on aspects of mental well-being in young adults, particularly in a sample with more women and people with immigrant backgrounds.</a:t>
            </a:r>
          </a:p>
          <a:p>
            <a:pPr marL="0" marR="0" indent="228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H1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Overall, first-borns will report lower mental well-being than later-borns.</a:t>
            </a:r>
          </a:p>
          <a:p>
            <a:r>
              <a:rPr lang="en-US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H2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First-borns with immigrant backgrounds will report lower mental well-being than later-borns with immigrant backgrounds.</a:t>
            </a:r>
          </a:p>
          <a:p>
            <a:endParaRPr lang="en-US" sz="12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Previous studies: less women, more children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29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person’s multiple social identities interact and lead to unique opportunities and oppressions. These are different compared to people who only identify with one of those identities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instance, black women face forms of unique discrimination that are not experienced by white women or black men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Multiple jeopardy hypothesis: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 effect of being a member of multiple marginalized social groups is higher than the additive negative effect of all those social groups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It’s a multiplicative or interactive effect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Kern et al. (2020): on SES, immigrant background, and gender. Mental well-being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3 effects were additive and not interactive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My study will be looking at the factors of birth order, immigrant, gender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Why these 3?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All have a theme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Background of immigration &amp; gender on mental well-being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Colloquially:…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481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Healthy migrant effect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foreign-borns have higher (physical health) than native-borns (Ali, 2002)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Selection bias? Those who immigrate are more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resilisent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But migration is still stressful (esp. women)</a:t>
            </a:r>
          </a:p>
          <a:p>
            <a:pPr marL="1143000" lvl="2" indent="-2286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Stigma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Immigrant paradox: (Alegria et al 2017)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Mental health issues become more common in the 2nd and 3rd generation (born in the new country)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 cultural background: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Chinese-American example: academic achievement pressure (Kim et al., 2015)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 of the earlier studies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talked about took place in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tokyo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43000" lvl="2" indent="-2286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Stated: first-borns are required to behave more mature and responsible while taking care of younger siblings</a:t>
            </a:r>
          </a:p>
          <a:p>
            <a:pPr marL="228600" lvl="0" indent="-2286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975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women are persistently under pressure to cater to domestic labor and other family responsibilities that can generate significant amounts of stress, especially in conjunction with work commitments   (Austen &amp; Birch 2000)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442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3 of these involve some sort of family pressure whether in the form of caretaking, domestic labor, or academic achievement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Possible that these effects interact and amplify each other.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Recap: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Aim 1: replicate the birth order effect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Aim 2: explore diff aspects of mental well-being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97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Has been validated in adults of all ages, students, people from lower incomes, as well as Asian international students and Latinos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70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 quick proxies for depression and anxiety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PHQ-9</a:t>
            </a:r>
            <a:b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GAD-7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Both used in a lot of clinical settings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Over the last two weeks, how often have you been bothered by the following problems?</a:t>
            </a:r>
          </a:p>
          <a:p>
            <a:endParaRPr lang="en-US" dirty="0"/>
          </a:p>
          <a:p>
            <a:r>
              <a:rPr lang="en-US" dirty="0"/>
              <a:t>4-point Likert Scale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205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immigrat</a:t>
            </a:r>
            <a:r>
              <a:rPr lang="en-US" dirty="0"/>
              <a:t>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5653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23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/>
              <a:t>Tabelle durch Klicken auf Symbol hinzufügen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de-DE"/>
              <a:t>Tabelle durch Klicken auf Symbol hinzufügen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93" y="825284"/>
            <a:ext cx="5185821" cy="339460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Replicating the effects of birth order on mental well-being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34D0AB0-1035-336D-A4B2-79348035DFBC}"/>
              </a:ext>
            </a:extLst>
          </p:cNvPr>
          <p:cNvSpPr txBox="1"/>
          <p:nvPr/>
        </p:nvSpPr>
        <p:spPr>
          <a:xfrm>
            <a:off x="1286493" y="4346369"/>
            <a:ext cx="58862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Viet-Hung Nguyen</a:t>
            </a:r>
          </a:p>
          <a:p>
            <a:r>
              <a:rPr lang="en-US" sz="2000" dirty="0">
                <a:solidFill>
                  <a:schemeClr val="bg1"/>
                </a:solidFill>
              </a:rPr>
              <a:t>Department of Psychology</a:t>
            </a:r>
          </a:p>
          <a:p>
            <a:r>
              <a:rPr lang="en-US" sz="2000" dirty="0">
                <a:solidFill>
                  <a:schemeClr val="bg1"/>
                </a:solidFill>
              </a:rPr>
              <a:t>University of San Francisco</a:t>
            </a:r>
          </a:p>
          <a:p>
            <a:r>
              <a:rPr lang="en-US" sz="2000" dirty="0">
                <a:solidFill>
                  <a:schemeClr val="bg1"/>
                </a:solidFill>
              </a:rPr>
              <a:t>Spring 2024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DBFA6-63A2-B82D-B253-6FD40110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Birth Order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35173C-7579-9DD7-5CF0-39FF7DD82F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2108722"/>
            <a:ext cx="10329711" cy="4119463"/>
          </a:xfrm>
        </p:spPr>
        <p:txBody>
          <a:bodyPr>
            <a:normAutofit/>
          </a:bodyPr>
          <a:lstStyle/>
          <a:p>
            <a:r>
              <a:rPr lang="en-US" sz="2400" dirty="0"/>
              <a:t>First-born vs last-born (&amp; middle-born)</a:t>
            </a:r>
          </a:p>
          <a:p>
            <a:r>
              <a:rPr lang="en-US" sz="2400" dirty="0" err="1"/>
              <a:t>Sulloway</a:t>
            </a:r>
            <a:r>
              <a:rPr lang="en-US" sz="2400" dirty="0"/>
              <a:t> (1996): family roles from competition for parental investment</a:t>
            </a:r>
          </a:p>
          <a:p>
            <a:pPr lvl="1"/>
            <a:r>
              <a:rPr lang="en-US" sz="2400" dirty="0"/>
              <a:t>First-borns follow parents’ footsteps, later-borns become rebels</a:t>
            </a:r>
          </a:p>
          <a:p>
            <a:r>
              <a:rPr lang="en-US" sz="2400" u="sng" dirty="0"/>
              <a:t>=&gt; Personality effects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B3BBED-185D-885B-096B-3330A275962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33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38DFB-307E-3CD4-FCB4-4F16E0A7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Birth Order &amp; Personality Effects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63E2C9-8C36-F302-3F03-5353CFC35E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2108722"/>
            <a:ext cx="9962915" cy="4119463"/>
          </a:xfrm>
        </p:spPr>
        <p:txBody>
          <a:bodyPr>
            <a:normAutofit/>
          </a:bodyPr>
          <a:lstStyle/>
          <a:p>
            <a:r>
              <a:rPr lang="en-US" sz="2400" dirty="0"/>
              <a:t>Black et al. (2018): first-borns &amp; leadership</a:t>
            </a:r>
          </a:p>
          <a:p>
            <a:r>
              <a:rPr lang="en-US" sz="2400" dirty="0"/>
              <a:t>Healey &amp; Ellis (2006): </a:t>
            </a:r>
          </a:p>
          <a:p>
            <a:pPr lvl="1"/>
            <a:r>
              <a:rPr lang="en-US" sz="2400" dirty="0"/>
              <a:t>first-borns &amp; conscientiousness</a:t>
            </a:r>
          </a:p>
          <a:p>
            <a:pPr lvl="1"/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-borns &amp; openness, rebelliousness</a:t>
            </a:r>
          </a:p>
          <a:p>
            <a:r>
              <a:rPr lang="en-US" sz="2400" dirty="0"/>
              <a:t>Dixon et al (2008): later-borns &amp; extraversion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BA29DF-98FC-59A6-0194-F8E546ED144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27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7E23CF-E986-45F0-BD22-86D76812E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birth order </a:t>
            </a:r>
            <a:r>
              <a:rPr lang="en-US" i="1" dirty="0"/>
              <a:t>really </a:t>
            </a:r>
            <a:r>
              <a:rPr lang="en-US" dirty="0"/>
              <a:t>affect personality?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76F6E3-9640-9058-1628-D1F313689FF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9945980" cy="4119463"/>
          </a:xfrm>
        </p:spPr>
        <p:txBody>
          <a:bodyPr>
            <a:normAutofit/>
          </a:bodyPr>
          <a:lstStyle/>
          <a:p>
            <a:r>
              <a:rPr lang="en-US" sz="2400" dirty="0"/>
              <a:t>Ernst &amp; Angst (1983): personality confounded with SES/family size </a:t>
            </a:r>
            <a:r>
              <a:rPr lang="en-US" sz="2400" u="sng" dirty="0"/>
              <a:t>(between-family designs)</a:t>
            </a:r>
          </a:p>
          <a:p>
            <a:endParaRPr lang="en-US" sz="2400" dirty="0"/>
          </a:p>
          <a:p>
            <a:r>
              <a:rPr lang="en-US" dirty="0"/>
              <a:t>Do within-family designs show an effect?</a:t>
            </a:r>
          </a:p>
          <a:p>
            <a:r>
              <a:rPr lang="en-US" dirty="0"/>
              <a:t>Yes: Healey &amp; Ellis (2006)</a:t>
            </a:r>
          </a:p>
          <a:p>
            <a:r>
              <a:rPr lang="en-US" u="sng" dirty="0"/>
              <a:t>No</a:t>
            </a:r>
            <a:r>
              <a:rPr lang="en-US" dirty="0"/>
              <a:t>: Bleske-Rechek &amp; Kelley (2013); Rohrer et al. (2015)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5AD762-7532-A6CC-47D2-3ACC873511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51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04A112-DA1C-4BE5-9118-E18BF12B5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49" y="1499284"/>
            <a:ext cx="8376902" cy="3859431"/>
          </a:xfrm>
        </p:spPr>
        <p:txBody>
          <a:bodyPr anchor="ctr"/>
          <a:lstStyle/>
          <a:p>
            <a:r>
              <a:rPr lang="en-US" dirty="0"/>
              <a:t>What about birth order &amp; </a:t>
            </a:r>
            <a:r>
              <a:rPr lang="en-US" i="1" dirty="0"/>
              <a:t>mental well-being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443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9559B4-B4B9-0EC4-77A6-23DFD10A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Birth order &amp; mental well-being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6B1FA6-BD25-7A70-53A2-B2512A94FC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8813" y="2066731"/>
            <a:ext cx="9808773" cy="3867538"/>
          </a:xfrm>
        </p:spPr>
        <p:txBody>
          <a:bodyPr>
            <a:normAutofit/>
          </a:bodyPr>
          <a:lstStyle/>
          <a:p>
            <a:r>
              <a:rPr lang="en-US" sz="2400" dirty="0"/>
              <a:t>Fullerton et al. (1989): male first-borns &amp; poorer mental well-being</a:t>
            </a:r>
          </a:p>
          <a:p>
            <a:r>
              <a:rPr lang="en-US" sz="2400" dirty="0"/>
              <a:t>Fukuya et al. (2021): Tokyo later-borns &amp; higher prosocial behavior, less conduct problems/hyperactivity</a:t>
            </a:r>
          </a:p>
          <a:p>
            <a:r>
              <a:rPr lang="en-US" sz="2400" dirty="0"/>
              <a:t>Lawson &amp; Mace (2010): presence of older siblings =&gt; higher childhood mental health</a:t>
            </a:r>
          </a:p>
          <a:p>
            <a:endParaRPr lang="en-US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F1B1CD-26BD-103A-E913-82E931E55A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6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E72BE-5570-55D4-5762-62147F5A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How </a:t>
            </a:r>
            <a:r>
              <a:rPr lang="en-US" dirty="0"/>
              <a:t>does birth order impact mental well-being?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F2C439-0675-BE61-1D22-0DAB911A1D3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476050"/>
            <a:ext cx="9673319" cy="41194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Older siblings provide socioemotional 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Older siblings are a secure base of attachment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Adler’s dethronement theory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946907-FA5D-0FC6-F053-C0A776A748B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10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22C654C-7906-98A3-8628-7AD106BF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F270E9C-E97B-E693-864A-4A5BD1F9B2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2108722"/>
            <a:ext cx="10329711" cy="4119463"/>
          </a:xfrm>
        </p:spPr>
        <p:txBody>
          <a:bodyPr/>
          <a:lstStyle/>
          <a:p>
            <a:r>
              <a:rPr lang="en-US" dirty="0"/>
              <a:t>Exploring different aspects of mental well-being:</a:t>
            </a:r>
          </a:p>
          <a:p>
            <a:pPr lvl="1"/>
            <a:r>
              <a:rPr lang="en-US" dirty="0"/>
              <a:t>Goodman et al. (2019): different psychological disorders =&gt; different impacts on mental well-being</a:t>
            </a:r>
          </a:p>
          <a:p>
            <a:pPr lvl="1"/>
            <a:r>
              <a:rPr lang="en-US" u="sng" dirty="0"/>
              <a:t>=&gt; intervention design</a:t>
            </a:r>
          </a:p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9D48AE-7640-6715-F914-1050CA24925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84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CCD9E9-1BB2-F7C6-DD62-8BF0DD68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Study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A92675-F998-EBBB-0CFC-93AF3511AAE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10064514" cy="41194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Replicate the negative effects of birth order on of mental well-being in young adults, particularly in a sample with more women and people with immigrant backgrounds.</a:t>
            </a:r>
          </a:p>
          <a:p>
            <a:pPr marL="457200" lvl="1" indent="0">
              <a:buNone/>
            </a:pPr>
            <a:r>
              <a:rPr lang="en-US" sz="2000" u="sng" dirty="0"/>
              <a:t>H1: Overall, first-borns will report lower mental well-being than later-borns.</a:t>
            </a:r>
          </a:p>
          <a:p>
            <a:pPr marL="457200" lvl="1" indent="0">
              <a:buNone/>
            </a:pPr>
            <a:r>
              <a:rPr lang="en-US" sz="2000" u="sng" dirty="0"/>
              <a:t>H2: First-borns with immigrant backgrounds will report lower mental well-being than later-borns with immigrant backgrounds.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Explore how birth order affects the different aspects of mental well-being.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88BB46-85D8-A624-71A4-499CF2804A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44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F89514-C06A-B6EC-E14C-6D1A87A8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3: Examining Intersectionality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BFB75A-2C5E-E128-097D-78AB7DE6129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i="1" dirty="0"/>
              <a:t>“</a:t>
            </a:r>
            <a:r>
              <a:rPr lang="en-US" i="1" dirty="0">
                <a:latin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person’s multiple social identities interact and lead to unique opportunities and oppressions”</a:t>
            </a:r>
          </a:p>
          <a:p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Multiple jeopardy hypothesis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: interaction effect</a:t>
            </a:r>
          </a:p>
          <a:p>
            <a:r>
              <a:rPr lang="en-US" dirty="0"/>
              <a:t>Kern et al. (2020): SES, immigrant background, gender</a:t>
            </a:r>
          </a:p>
          <a:p>
            <a:endParaRPr lang="en-US" dirty="0"/>
          </a:p>
          <a:p>
            <a:r>
              <a:rPr lang="en-US" dirty="0"/>
              <a:t>Aim 3: To test the multiple jeopardy hypothesis with the factors of </a:t>
            </a:r>
            <a:r>
              <a:rPr lang="en-US" u="sng" dirty="0"/>
              <a:t>birth order, immigrant background, &amp; gender </a:t>
            </a:r>
            <a:r>
              <a:rPr lang="en-US" dirty="0"/>
              <a:t>on mental well-being.</a:t>
            </a:r>
          </a:p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EDC07C-0280-EBAF-2B9B-A06EF1163F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6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CE7B64C-8F9B-7462-FE29-3E9C1761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808785" cy="1427585"/>
          </a:xfrm>
        </p:spPr>
        <p:txBody>
          <a:bodyPr/>
          <a:lstStyle/>
          <a:p>
            <a:r>
              <a:rPr lang="en-US" dirty="0"/>
              <a:t>Immigrant background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68DA7E22-AE42-5B90-93D7-8454C16D04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235200"/>
            <a:ext cx="9808784" cy="3992985"/>
          </a:xfrm>
        </p:spPr>
        <p:txBody>
          <a:bodyPr/>
          <a:lstStyle/>
          <a:p>
            <a:r>
              <a:rPr lang="en-US" dirty="0"/>
              <a:t>“Healthy migrant effect”: foreign-born vs native-born physical health</a:t>
            </a:r>
          </a:p>
          <a:p>
            <a:r>
              <a:rPr lang="en-US" dirty="0"/>
              <a:t>Mental health issues in 2</a:t>
            </a:r>
            <a:r>
              <a:rPr lang="en-US" baseline="30000" dirty="0"/>
              <a:t>nd</a:t>
            </a:r>
            <a:r>
              <a:rPr lang="en-US" dirty="0"/>
              <a:t>- and 3</a:t>
            </a:r>
            <a:r>
              <a:rPr lang="en-US" baseline="30000" dirty="0"/>
              <a:t>rd</a:t>
            </a:r>
            <a:r>
              <a:rPr lang="en-US" dirty="0"/>
              <a:t>-generation immigrants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Academic achievement pressure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Family pressure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166BE0-5445-458A-A254-9825408B4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2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FF3D30-B462-B864-AE8B-A5B33F5A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744038-D8FD-0C29-1513-45E6C016BFF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2108722"/>
            <a:ext cx="9169337" cy="4119463"/>
          </a:xfrm>
        </p:spPr>
        <p:txBody>
          <a:bodyPr/>
          <a:lstStyle/>
          <a:p>
            <a:r>
              <a:rPr lang="en-US" dirty="0"/>
              <a:t>Anxious &amp; depressive symptomatology</a:t>
            </a:r>
          </a:p>
          <a:p>
            <a:r>
              <a:rPr lang="en-US" dirty="0"/>
              <a:t>Pressure for domestic labor &amp; family responsibilities</a:t>
            </a:r>
          </a:p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64C8D2-3DD6-CE9E-285B-8D976DFF5A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2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56617-8E4C-9900-676D-7A2AD2564DC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875843"/>
            <a:ext cx="8552264" cy="2971800"/>
          </a:xfrm>
        </p:spPr>
        <p:txBody>
          <a:bodyPr/>
          <a:lstStyle/>
          <a:p>
            <a:r>
              <a:rPr lang="en-US" dirty="0"/>
              <a:t>Aim 3: To test the multiple jeopardy hypothesis with the factors of </a:t>
            </a:r>
            <a:r>
              <a:rPr lang="en-US" u="sng" dirty="0"/>
              <a:t>birth order, immigrant background, &amp; gender </a:t>
            </a:r>
            <a:r>
              <a:rPr lang="en-US" dirty="0"/>
              <a:t>on mental well-being.</a:t>
            </a:r>
          </a:p>
          <a:p>
            <a:r>
              <a:rPr lang="en-US" dirty="0"/>
              <a:t>H3: Immigration background and gender moderate the negative effect of birth order on mental well-being; first-born daughters with immigrant backgrounds will report the lowest mental well-being out of all groups. 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4816B4-0348-DAE0-4541-E5E191B872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95D3B02-5BC4-4897-0FAE-929B7A0F8522}"/>
              </a:ext>
            </a:extLst>
          </p:cNvPr>
          <p:cNvSpPr/>
          <p:nvPr/>
        </p:nvSpPr>
        <p:spPr>
          <a:xfrm>
            <a:off x="1913464" y="4318002"/>
            <a:ext cx="3589867" cy="516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Immigration background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654E773-5080-1A97-495D-1B8274BF6652}"/>
              </a:ext>
            </a:extLst>
          </p:cNvPr>
          <p:cNvSpPr/>
          <p:nvPr/>
        </p:nvSpPr>
        <p:spPr>
          <a:xfrm>
            <a:off x="1913465" y="4974167"/>
            <a:ext cx="3589867" cy="516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Birth order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73B0484-DAD5-76A6-67B8-9C79B3829B1C}"/>
              </a:ext>
            </a:extLst>
          </p:cNvPr>
          <p:cNvSpPr/>
          <p:nvPr/>
        </p:nvSpPr>
        <p:spPr>
          <a:xfrm>
            <a:off x="1913464" y="5630332"/>
            <a:ext cx="3589867" cy="516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Gender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EBE34BA-A418-2584-9D0C-397C23776390}"/>
              </a:ext>
            </a:extLst>
          </p:cNvPr>
          <p:cNvSpPr/>
          <p:nvPr/>
        </p:nvSpPr>
        <p:spPr>
          <a:xfrm>
            <a:off x="8212667" y="4724401"/>
            <a:ext cx="2658531" cy="10160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Mental</a:t>
            </a:r>
          </a:p>
          <a:p>
            <a:pPr algn="ctr"/>
            <a:r>
              <a:rPr lang="en-US" dirty="0"/>
              <a:t>well-being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2005A88-62BD-AF89-24FE-CA92F092DA0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503331" y="4576236"/>
            <a:ext cx="2683934" cy="442384"/>
          </a:xfrm>
          <a:prstGeom prst="straightConnector1">
            <a:avLst/>
          </a:prstGeom>
          <a:ln w="50800" cap="rnd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A240411-DD04-17F2-086F-3C83A24185C0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5503332" y="5232401"/>
            <a:ext cx="2709335" cy="1"/>
          </a:xfrm>
          <a:prstGeom prst="straightConnector1">
            <a:avLst/>
          </a:prstGeom>
          <a:ln w="50800" cap="rnd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5C6F597-78F9-F4B8-B90C-8073683749B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503331" y="5453593"/>
            <a:ext cx="2709335" cy="434973"/>
          </a:xfrm>
          <a:prstGeom prst="straightConnector1">
            <a:avLst/>
          </a:prstGeom>
          <a:ln w="50800" cap="rnd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16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A553E8-A703-176A-231F-D47F75E6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F8F40F-E4A0-3F32-2682-F44221C0521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100 General Psychology students</a:t>
            </a:r>
          </a:p>
          <a:p>
            <a:r>
              <a:rPr lang="en-US" dirty="0"/>
              <a:t>15-20 min. Qualtrics survey</a:t>
            </a:r>
          </a:p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0886A8-D6BE-029F-F813-79A6AB08A4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838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0CDA3-EFAF-C0B7-1176-AC9044B37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-80042"/>
            <a:ext cx="9150675" cy="1427585"/>
          </a:xfrm>
        </p:spPr>
        <p:txBody>
          <a:bodyPr/>
          <a:lstStyle/>
          <a:p>
            <a:r>
              <a:rPr lang="en-US" dirty="0" err="1"/>
              <a:t>Ryff</a:t>
            </a:r>
            <a:r>
              <a:rPr lang="en-US" dirty="0"/>
              <a:t> Psychological Well-Being Scale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27AC5C-B1C0-BB73-294B-E2A388F08B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1024569"/>
            <a:ext cx="10227727" cy="465277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42-item, 7-point Likert scale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Autonomy “I have confidence in my opinions, even if they are contrary to the general consensus”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Environmental mastery: “In general, I feel I am in charge of the situation in which I live”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Personal growth: “I think it is important to have new experiences that challenge how you think about yourself and the world”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Positive relations with others:  “People would describe me as a giving person, willing to share my time with others”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Purpose in life: “Some people wander aimlessly through life, but I am not one of them”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Self-acceptance: “When I look at the story of my life, I am pleased with how things have turned out”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1BBD9C-C181-F009-9273-DAA2EC70DCD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EBC892B-05D4-BB87-6EC0-14E1FD4F179B}"/>
              </a:ext>
            </a:extLst>
          </p:cNvPr>
          <p:cNvSpPr/>
          <p:nvPr/>
        </p:nvSpPr>
        <p:spPr>
          <a:xfrm>
            <a:off x="1671763" y="5648063"/>
            <a:ext cx="1575412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Ryff</a:t>
            </a:r>
            <a:r>
              <a:rPr lang="en-US" dirty="0"/>
              <a:t> PWB</a:t>
            </a:r>
          </a:p>
        </p:txBody>
      </p:sp>
    </p:spTree>
    <p:extLst>
      <p:ext uri="{BB962C8B-B14F-4D97-AF65-F5344CB8AC3E}">
        <p14:creationId xmlns:p14="http://schemas.microsoft.com/office/powerpoint/2010/main" val="98589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C5CD9DA-D37D-1C0A-7FB6-F0991CFAD86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07056" y="1537554"/>
            <a:ext cx="4609399" cy="41194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GAD-7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“Feeling nervous, anxious, or on edge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“Trouble relaxing”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etc.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9536AA-5CED-64FA-E03E-036CAD415EF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EF017B0-60D9-9523-AF3D-B0FEB6792ACE}"/>
              </a:ext>
            </a:extLst>
          </p:cNvPr>
          <p:cNvSpPr txBox="1"/>
          <p:nvPr/>
        </p:nvSpPr>
        <p:spPr>
          <a:xfrm>
            <a:off x="1479831" y="1537554"/>
            <a:ext cx="43591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PHQ-9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“Little interest or pleasure in doing things”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“Feeling tired or having little energy”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etc.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3BD4FFBB-A036-2DC2-0369-516518EB0B74}"/>
              </a:ext>
            </a:extLst>
          </p:cNvPr>
          <p:cNvSpPr/>
          <p:nvPr/>
        </p:nvSpPr>
        <p:spPr>
          <a:xfrm>
            <a:off x="1837017" y="5185191"/>
            <a:ext cx="1575412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Ryff</a:t>
            </a:r>
            <a:r>
              <a:rPr lang="en-US" dirty="0"/>
              <a:t> PWB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A668C43-5143-4864-F7BE-C46DE42586E7}"/>
              </a:ext>
            </a:extLst>
          </p:cNvPr>
          <p:cNvSpPr/>
          <p:nvPr/>
        </p:nvSpPr>
        <p:spPr>
          <a:xfrm>
            <a:off x="4150873" y="5185191"/>
            <a:ext cx="1666033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PHQ-9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F0D702CB-B889-AE79-A35D-7DFDF09ACB33}"/>
              </a:ext>
            </a:extLst>
          </p:cNvPr>
          <p:cNvSpPr/>
          <p:nvPr/>
        </p:nvSpPr>
        <p:spPr>
          <a:xfrm>
            <a:off x="6489359" y="5185191"/>
            <a:ext cx="1575411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GAD-7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421C582-586D-C626-D93B-E9833DAC950E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3412429" y="5658916"/>
            <a:ext cx="738444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8E9C99E-CDEF-76D6-135C-384A733005C7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5816906" y="5658916"/>
            <a:ext cx="672453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18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C583BC9-B6B7-F9BC-810B-11C746A96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5F76268-CBAB-0EF3-7160-D38A57A3F1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3"/>
            <a:ext cx="8552264" cy="2771750"/>
          </a:xfrm>
        </p:spPr>
        <p:txBody>
          <a:bodyPr/>
          <a:lstStyle/>
          <a:p>
            <a:r>
              <a:rPr lang="en-US" dirty="0"/>
              <a:t>Birth order</a:t>
            </a:r>
          </a:p>
          <a:p>
            <a:pPr lvl="1"/>
            <a:r>
              <a:rPr lang="en-US" dirty="0"/>
              <a:t>First-borns vs later-borns</a:t>
            </a:r>
          </a:p>
          <a:p>
            <a:r>
              <a:rPr lang="en-US" dirty="0"/>
              <a:t>Immigration background</a:t>
            </a:r>
          </a:p>
          <a:p>
            <a:r>
              <a:rPr lang="en-US" dirty="0"/>
              <a:t>Gender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B98A16F-F914-0283-0FFA-2F863D5002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17D1F0F-09F0-435F-F75A-8A0A8D36424C}"/>
              </a:ext>
            </a:extLst>
          </p:cNvPr>
          <p:cNvSpPr/>
          <p:nvPr/>
        </p:nvSpPr>
        <p:spPr>
          <a:xfrm>
            <a:off x="1837017" y="5185191"/>
            <a:ext cx="1575412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Ryff</a:t>
            </a:r>
            <a:r>
              <a:rPr lang="en-US" dirty="0"/>
              <a:t> PWB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8463A46-C564-9553-C760-46315A29B876}"/>
              </a:ext>
            </a:extLst>
          </p:cNvPr>
          <p:cNvSpPr/>
          <p:nvPr/>
        </p:nvSpPr>
        <p:spPr>
          <a:xfrm>
            <a:off x="4150873" y="5185191"/>
            <a:ext cx="1666033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PHQ-9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1DC47B55-7F0F-2A26-6E77-C9335374B65C}"/>
              </a:ext>
            </a:extLst>
          </p:cNvPr>
          <p:cNvSpPr/>
          <p:nvPr/>
        </p:nvSpPr>
        <p:spPr>
          <a:xfrm>
            <a:off x="6489359" y="5185191"/>
            <a:ext cx="1575411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GAD-7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E8A1CD11-8023-EF85-3084-D2A46842EE65}"/>
              </a:ext>
            </a:extLst>
          </p:cNvPr>
          <p:cNvSpPr/>
          <p:nvPr/>
        </p:nvSpPr>
        <p:spPr>
          <a:xfrm>
            <a:off x="8827846" y="5185191"/>
            <a:ext cx="2067836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Demographics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75644A1D-CC68-29F7-44E1-D489FE6D017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3412429" y="5658916"/>
            <a:ext cx="738444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EB6D3284-A5F1-7A69-81E7-3A82625A667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816906" y="5658916"/>
            <a:ext cx="672453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844E8DC-9E9C-FDCD-E4EC-CDD5E346E1CE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8064770" y="5658916"/>
            <a:ext cx="763076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80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E8C7664-376D-5592-F798-506449B15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Plan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0359A42-ED0F-DF98-4113-1E39F5A478D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3" y="2057401"/>
            <a:ext cx="9808773" cy="4119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dirty="0"/>
              <a:t>α</a:t>
            </a:r>
            <a:r>
              <a:rPr lang="en-US" dirty="0"/>
              <a:t> level: .01667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H1 and H2 (comparing first-born vs later-born mental health): T-Test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H3 (multiple jeopardy hypothesis): Three-Way ANOVA</a:t>
            </a:r>
          </a:p>
          <a:p>
            <a:pPr marL="571500" lvl="1" indent="-342900"/>
            <a:r>
              <a:rPr lang="en-US" dirty="0"/>
              <a:t>Tukey’s post hoc test</a:t>
            </a:r>
          </a:p>
          <a:p>
            <a:pPr marL="571500" lvl="1" indent="-342900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Controlling for SES: ANCOVA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98092D-4D5B-A427-77B3-968FEDDDF1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73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BC458-4FD6-16B5-9B63-0586EF6C4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8093"/>
            <a:ext cx="9808773" cy="1427585"/>
          </a:xfrm>
        </p:spPr>
        <p:txBody>
          <a:bodyPr/>
          <a:lstStyle/>
          <a:p>
            <a:r>
              <a:rPr lang="en-US" dirty="0"/>
              <a:t>Predictions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F49438-23A3-32CA-62AB-D26A477D85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C224A708-41D6-BC91-1D42-2C5343CA0B1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570841169"/>
              </p:ext>
            </p:extLst>
          </p:nvPr>
        </p:nvGraphicFramePr>
        <p:xfrm>
          <a:off x="991518" y="1729648"/>
          <a:ext cx="5104482" cy="4447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A2693800-1DBF-713A-F120-4B2348D3DD4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141143618"/>
              </p:ext>
            </p:extLst>
          </p:nvPr>
        </p:nvGraphicFramePr>
        <p:xfrm>
          <a:off x="6675382" y="1729648"/>
          <a:ext cx="5252751" cy="4447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54829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C55AB-2CA4-02EA-F338-32B77088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635059-9B84-036D-FA96-AA5D125359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13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1278294"/>
            <a:ext cx="5000318" cy="4904141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4" name="Picture Placeholder 17" descr="Person smiling on the beach">
            <a:extLst>
              <a:ext uri="{FF2B5EF4-FFF2-40B4-BE49-F238E27FC236}">
                <a16:creationId xmlns:a16="http://schemas.microsoft.com/office/drawing/2014/main" id="{5E6D83BB-8C90-A74A-7CB5-59884B9944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27469" r="27469"/>
          <a:stretch/>
        </p:blipFill>
        <p:spPr>
          <a:xfrm>
            <a:off x="6642169" y="-1"/>
            <a:ext cx="4635426" cy="6857999"/>
          </a:xfrm>
        </p:spPr>
      </p:pic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/>
          <a:lstStyle/>
          <a:p>
            <a:r>
              <a:rPr lang="en-US" dirty="0"/>
              <a:t>Overcoming nervousness</a:t>
            </a:r>
            <a:endParaRPr lang="en-ZA" dirty="0"/>
          </a:p>
        </p:txBody>
      </p:sp>
      <p:pic>
        <p:nvPicPr>
          <p:cNvPr id="5" name="Picture Placeholder 84" descr="Two people standing facing a crowd of people sitting">
            <a:extLst>
              <a:ext uri="{FF2B5EF4-FFF2-40B4-BE49-F238E27FC236}">
                <a16:creationId xmlns:a16="http://schemas.microsoft.com/office/drawing/2014/main" id="{E71238CA-461F-1B03-D7E1-786C002AB7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290" b="35290"/>
          <a:stretch/>
        </p:blipFill>
        <p:spPr>
          <a:xfrm>
            <a:off x="915600" y="0"/>
            <a:ext cx="10361995" cy="34290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5228488"/>
            <a:ext cx="9923770" cy="1368256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Engaging the audience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r>
              <a:rPr lang="en-US" dirty="0"/>
              <a:t>Selecting visual aids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606B8-D15C-3916-2C66-49DEC593A3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8031" y="4027047"/>
            <a:ext cx="10115939" cy="176278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Effective delivery techniques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C90C5-5198-C255-02F9-1608AA49E0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057401"/>
            <a:ext cx="4627186" cy="4119463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992593-AF79-3D1E-E253-0765DF0F513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8185" y="2057401"/>
            <a:ext cx="4609399" cy="4119463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Navigating Q&amp;A sessions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D951B-D6C0-AB0A-0FFD-23670BE643E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2057401"/>
            <a:ext cx="3068678" cy="411946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CE9E18-F4C2-3B3A-348B-BE5512664CA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91727" y="2057401"/>
            <a:ext cx="6085857" cy="411946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EF1C1-5933-D909-38D2-D22F630A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Speaking impact</a:t>
            </a:r>
            <a:endParaRPr lang="en-Z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Placeholder 6" descr="A person with curly hair standing in front of a crowd">
            <a:extLst>
              <a:ext uri="{FF2B5EF4-FFF2-40B4-BE49-F238E27FC236}">
                <a16:creationId xmlns:a16="http://schemas.microsoft.com/office/drawing/2014/main" id="{9A3D4103-A3C2-A6CC-FF4A-CAB89B7EA62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54" r="54"/>
          <a:stretch/>
        </p:blipFill>
        <p:spPr>
          <a:xfrm>
            <a:off x="1503363" y="2061969"/>
            <a:ext cx="4592637" cy="480536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004F-891E-E0B4-FC2D-A5949EC33A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87262" y="2052736"/>
            <a:ext cx="4490320" cy="4800598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5AA6ED-97F0-825D-71BB-D4D461E7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Dynamic delivery</a:t>
            </a:r>
            <a:endParaRPr lang="en-ZA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59FD0C-3CC0-6307-C5F3-CCBE0B14A1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4" y="2057400"/>
            <a:ext cx="3091027" cy="3867538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4BF48F46-6E7D-0880-9D66-315C864F7D0F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3602610772"/>
              </p:ext>
            </p:extLst>
          </p:nvPr>
        </p:nvGraphicFramePr>
        <p:xfrm>
          <a:off x="5097463" y="2052638"/>
          <a:ext cx="6179954" cy="3891624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3626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05633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88050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88050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86960">
                <a:tc>
                  <a:txBody>
                    <a:bodyPr/>
                    <a:lstStyle/>
                    <a:p>
                      <a:r>
                        <a:rPr lang="en-US" sz="18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01680">
                <a:tc>
                  <a:txBody>
                    <a:bodyPr/>
                    <a:lstStyle/>
                    <a:p>
                      <a:r>
                        <a:rPr lang="en-US" sz="1800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lang="en-US" sz="1800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01680">
                <a:tc>
                  <a:txBody>
                    <a:bodyPr/>
                    <a:lstStyle/>
                    <a:p>
                      <a:r>
                        <a:rPr lang="en-US" sz="1800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01680">
                <a:tc>
                  <a:txBody>
                    <a:bodyPr/>
                    <a:lstStyle/>
                    <a:p>
                      <a:r>
                        <a:rPr lang="en-US" sz="1800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59544">
                <a:tc>
                  <a:txBody>
                    <a:bodyPr/>
                    <a:lstStyle/>
                    <a:p>
                      <a:r>
                        <a:rPr lang="en-US" sz="1800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FCC8-C04D-0071-3B14-4AF828E0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Final tips &amp; takeaways</a:t>
            </a:r>
            <a:endParaRPr lang="en-Z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E1748-5A63-CCAD-65B2-FB5DB78846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8814" y="2066731"/>
            <a:ext cx="6452876" cy="3867538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118A24-4E50-F77D-EF17-46A29F012C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9196" y="2066731"/>
            <a:ext cx="3108391" cy="3867538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D6A759-37B6-1E14-BD05-D652BEECEA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135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7BF639-9897-7AC5-9AE9-B87BE1DE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Speaking engagement metrics</a:t>
            </a:r>
            <a:endParaRPr lang="en-ZA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D1DCF783-46E9-D159-7BE1-A0FAAD6D6524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865138613"/>
              </p:ext>
            </p:extLst>
          </p:nvPr>
        </p:nvGraphicFramePr>
        <p:xfrm>
          <a:off x="1487488" y="2057400"/>
          <a:ext cx="9789995" cy="3886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98571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318899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242693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4269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44EDC2-BFBF-920F-CB70-9AF7324660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023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{D416A678-B173-441C-BE0F-388D6B6AF960}tf78544816_win32</Template>
  <TotalTime>66</TotalTime>
  <Words>2588</Words>
  <Application>Microsoft Office PowerPoint</Application>
  <PresentationFormat>Widescreen</PresentationFormat>
  <Paragraphs>378</Paragraphs>
  <Slides>32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Times New Roman</vt:lpstr>
      <vt:lpstr>Tisa Offc Serif Pro</vt:lpstr>
      <vt:lpstr>Univers Light</vt:lpstr>
      <vt:lpstr>Custom</vt:lpstr>
      <vt:lpstr>Replicating the effects of birth order on mental well-being</vt:lpstr>
      <vt:lpstr>Birth Order</vt:lpstr>
      <vt:lpstr>Birth Order &amp; Personality Effects</vt:lpstr>
      <vt:lpstr>Does birth order really affect personality?</vt:lpstr>
      <vt:lpstr>What about birth order &amp; mental well-being?</vt:lpstr>
      <vt:lpstr>Birth order &amp; mental well-being</vt:lpstr>
      <vt:lpstr>How does birth order impact mental well-being?</vt:lpstr>
      <vt:lpstr>Gaps</vt:lpstr>
      <vt:lpstr>My Study</vt:lpstr>
      <vt:lpstr>Aim 3: Examining Intersectionality</vt:lpstr>
      <vt:lpstr>Immigrant background</vt:lpstr>
      <vt:lpstr>Gender</vt:lpstr>
      <vt:lpstr>PowerPoint Presentation</vt:lpstr>
      <vt:lpstr>Methods</vt:lpstr>
      <vt:lpstr>Ryff Psychological Well-Being Scale</vt:lpstr>
      <vt:lpstr>PowerPoint Presentation</vt:lpstr>
      <vt:lpstr>Demographics</vt:lpstr>
      <vt:lpstr>Data Analysis Plan</vt:lpstr>
      <vt:lpstr>Predictions</vt:lpstr>
      <vt:lpstr>Thank you!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Replicating the effects of birth order on mental well-being</dc:title>
  <dc:creator>Viet-Hung Nguyen</dc:creator>
  <cp:lastModifiedBy>Viet-Hung Nguyen</cp:lastModifiedBy>
  <cp:revision>1</cp:revision>
  <dcterms:created xsi:type="dcterms:W3CDTF">2024-04-29T17:30:55Z</dcterms:created>
  <dcterms:modified xsi:type="dcterms:W3CDTF">2024-04-30T22:04:46Z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